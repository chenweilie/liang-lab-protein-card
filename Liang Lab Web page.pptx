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57" r:id="rId2"/>
    <p:sldId id="258" r:id="rId3"/>
    <p:sldId id="264" r:id="rId4"/>
    <p:sldId id="261" r:id="rId5"/>
    <p:sldId id="262" r:id="rId6"/>
    <p:sldId id="265" r:id="rId7"/>
    <p:sldId id="266" r:id="rId8"/>
    <p:sldId id="267" r:id="rId9"/>
    <p:sldId id="263" r:id="rId10"/>
  </p:sldIdLst>
  <p:sldSz cx="7019925" cy="14400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DE090A"/>
    <a:srgbClr val="99A2AE"/>
    <a:srgbClr val="DEEB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F25049-9B5C-434B-B596-73DE65BA6317}" v="216" dt="2026-02-28T04:06:53.659"/>
    <p1510:client id="{45B7F41C-1B54-43A9-AE63-A355BED84D06}" v="84" dt="2026-02-27T09:04:04.3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36" autoAdjust="0"/>
    <p:restoredTop sz="95890"/>
  </p:normalViewPr>
  <p:slideViewPr>
    <p:cSldViewPr snapToGrid="0">
      <p:cViewPr>
        <p:scale>
          <a:sx n="66" d="100"/>
          <a:sy n="66" d="100"/>
        </p:scale>
        <p:origin x="1736" y="144"/>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ang Zhao-Xun (Prof)" userId="92fc11c3-e03b-4154-bc0e-1b71e000b994" providerId="ADAL" clId="{A6271292-1F07-41B7-93F2-6F7376BB9B3C}"/>
    <pc:docChg chg="undo custSel addSld delSld modSld sldOrd">
      <pc:chgData name="Liang Zhao-Xun (Prof)" userId="92fc11c3-e03b-4154-bc0e-1b71e000b994" providerId="ADAL" clId="{A6271292-1F07-41B7-93F2-6F7376BB9B3C}" dt="2026-02-27T09:15:56.812" v="948" actId="1076"/>
      <pc:docMkLst>
        <pc:docMk/>
      </pc:docMkLst>
      <pc:sldChg chg="addSp modSp mod">
        <pc:chgData name="Liang Zhao-Xun (Prof)" userId="92fc11c3-e03b-4154-bc0e-1b71e000b994" providerId="ADAL" clId="{A6271292-1F07-41B7-93F2-6F7376BB9B3C}" dt="2026-02-27T08:56:36.829" v="868" actId="20577"/>
        <pc:sldMkLst>
          <pc:docMk/>
          <pc:sldMk cId="449107280" sldId="257"/>
        </pc:sldMkLst>
        <pc:spChg chg="add mod">
          <ac:chgData name="Liang Zhao-Xun (Prof)" userId="92fc11c3-e03b-4154-bc0e-1b71e000b994" providerId="ADAL" clId="{A6271292-1F07-41B7-93F2-6F7376BB9B3C}" dt="2026-02-27T08:53:20.278" v="775" actId="1076"/>
          <ac:spMkLst>
            <pc:docMk/>
            <pc:sldMk cId="449107280" sldId="257"/>
            <ac:spMk id="2" creationId="{A442061B-1BCA-BB08-FF31-91CE609FA4ED}"/>
          </ac:spMkLst>
        </pc:spChg>
        <pc:spChg chg="add mod">
          <ac:chgData name="Liang Zhao-Xun (Prof)" userId="92fc11c3-e03b-4154-bc0e-1b71e000b994" providerId="ADAL" clId="{A6271292-1F07-41B7-93F2-6F7376BB9B3C}" dt="2026-02-27T08:56:36.829" v="868" actId="20577"/>
          <ac:spMkLst>
            <pc:docMk/>
            <pc:sldMk cId="449107280" sldId="257"/>
            <ac:spMk id="3" creationId="{DB812901-7E00-E9E1-A5B5-4E96F78FB4AB}"/>
          </ac:spMkLst>
        </pc:spChg>
        <pc:picChg chg="mod modCrop">
          <ac:chgData name="Liang Zhao-Xun (Prof)" userId="92fc11c3-e03b-4154-bc0e-1b71e000b994" providerId="ADAL" clId="{A6271292-1F07-41B7-93F2-6F7376BB9B3C}" dt="2026-02-27T08:53:20.278" v="775" actId="1076"/>
          <ac:picMkLst>
            <pc:docMk/>
            <pc:sldMk cId="449107280" sldId="257"/>
            <ac:picMk id="4" creationId="{ABD26345-4B10-12DB-4ED7-633C505882E7}"/>
          </ac:picMkLst>
        </pc:picChg>
      </pc:sldChg>
      <pc:sldChg chg="addSp delSp modSp mod">
        <pc:chgData name="Liang Zhao-Xun (Prof)" userId="92fc11c3-e03b-4154-bc0e-1b71e000b994" providerId="ADAL" clId="{A6271292-1F07-41B7-93F2-6F7376BB9B3C}" dt="2026-02-27T08:56:48.768" v="870" actId="22"/>
        <pc:sldMkLst>
          <pc:docMk/>
          <pc:sldMk cId="386709179" sldId="258"/>
        </pc:sldMkLst>
        <pc:spChg chg="add mod">
          <ac:chgData name="Liang Zhao-Xun (Prof)" userId="92fc11c3-e03b-4154-bc0e-1b71e000b994" providerId="ADAL" clId="{A6271292-1F07-41B7-93F2-6F7376BB9B3C}" dt="2026-02-27T08:53:29.135" v="777" actId="1076"/>
          <ac:spMkLst>
            <pc:docMk/>
            <pc:sldMk cId="386709179" sldId="258"/>
            <ac:spMk id="3" creationId="{1EB2F0C7-F891-C6D5-4514-A6CF6CAECDA8}"/>
          </ac:spMkLst>
        </pc:spChg>
        <pc:spChg chg="add mod">
          <ac:chgData name="Liang Zhao-Xun (Prof)" userId="92fc11c3-e03b-4154-bc0e-1b71e000b994" providerId="ADAL" clId="{A6271292-1F07-41B7-93F2-6F7376BB9B3C}" dt="2026-02-27T08:53:26.364" v="776" actId="1076"/>
          <ac:spMkLst>
            <pc:docMk/>
            <pc:sldMk cId="386709179" sldId="258"/>
            <ac:spMk id="6" creationId="{ADA8F27C-498E-EF1F-1A8C-06B73DC2EE31}"/>
          </ac:spMkLst>
        </pc:spChg>
        <pc:spChg chg="add del">
          <ac:chgData name="Liang Zhao-Xun (Prof)" userId="92fc11c3-e03b-4154-bc0e-1b71e000b994" providerId="ADAL" clId="{A6271292-1F07-41B7-93F2-6F7376BB9B3C}" dt="2026-02-27T08:56:48.768" v="870" actId="22"/>
          <ac:spMkLst>
            <pc:docMk/>
            <pc:sldMk cId="386709179" sldId="258"/>
            <ac:spMk id="8" creationId="{F75844AF-5B44-973B-DB61-5C572AAC3E2F}"/>
          </ac:spMkLst>
        </pc:spChg>
        <pc:picChg chg="add del mod modCrop">
          <ac:chgData name="Liang Zhao-Xun (Prof)" userId="92fc11c3-e03b-4154-bc0e-1b71e000b994" providerId="ADAL" clId="{A6271292-1F07-41B7-93F2-6F7376BB9B3C}" dt="2026-02-27T08:53:39.316" v="780" actId="1076"/>
          <ac:picMkLst>
            <pc:docMk/>
            <pc:sldMk cId="386709179" sldId="258"/>
            <ac:picMk id="4" creationId="{32A9EDEA-A9DC-B272-5E5D-060930B259B5}"/>
          </ac:picMkLst>
        </pc:picChg>
        <pc:picChg chg="add mod">
          <ac:chgData name="Liang Zhao-Xun (Prof)" userId="92fc11c3-e03b-4154-bc0e-1b71e000b994" providerId="ADAL" clId="{A6271292-1F07-41B7-93F2-6F7376BB9B3C}" dt="2026-02-27T08:53:40.835" v="781" actId="1076"/>
          <ac:picMkLst>
            <pc:docMk/>
            <pc:sldMk cId="386709179" sldId="258"/>
            <ac:picMk id="5" creationId="{6997CC83-8404-ED8D-0321-DA2246332DDD}"/>
          </ac:picMkLst>
        </pc:picChg>
      </pc:sldChg>
      <pc:sldChg chg="addSp delSp modSp del mod ord">
        <pc:chgData name="Liang Zhao-Xun (Prof)" userId="92fc11c3-e03b-4154-bc0e-1b71e000b994" providerId="ADAL" clId="{A6271292-1F07-41B7-93F2-6F7376BB9B3C}" dt="2026-02-26T08:55:32.571" v="203" actId="47"/>
        <pc:sldMkLst>
          <pc:docMk/>
          <pc:sldMk cId="4160110495" sldId="259"/>
        </pc:sldMkLst>
      </pc:sldChg>
      <pc:sldChg chg="addSp delSp modSp new del mod">
        <pc:chgData name="Liang Zhao-Xun (Prof)" userId="92fc11c3-e03b-4154-bc0e-1b71e000b994" providerId="ADAL" clId="{A6271292-1F07-41B7-93F2-6F7376BB9B3C}" dt="2026-02-27T08:53:47.894" v="782" actId="47"/>
        <pc:sldMkLst>
          <pc:docMk/>
          <pc:sldMk cId="2324738572" sldId="260"/>
        </pc:sldMkLst>
        <pc:picChg chg="add del mod">
          <ac:chgData name="Liang Zhao-Xun (Prof)" userId="92fc11c3-e03b-4154-bc0e-1b71e000b994" providerId="ADAL" clId="{A6271292-1F07-41B7-93F2-6F7376BB9B3C}" dt="2026-02-27T08:53:33.368" v="778" actId="21"/>
          <ac:picMkLst>
            <pc:docMk/>
            <pc:sldMk cId="2324738572" sldId="260"/>
            <ac:picMk id="4" creationId="{32A9EDEA-A9DC-B272-5E5D-060930B259B5}"/>
          </ac:picMkLst>
        </pc:picChg>
        <pc:picChg chg="add del mod">
          <ac:chgData name="Liang Zhao-Xun (Prof)" userId="92fc11c3-e03b-4154-bc0e-1b71e000b994" providerId="ADAL" clId="{A6271292-1F07-41B7-93F2-6F7376BB9B3C}" dt="2026-02-27T08:53:33.368" v="778" actId="21"/>
          <ac:picMkLst>
            <pc:docMk/>
            <pc:sldMk cId="2324738572" sldId="260"/>
            <ac:picMk id="5" creationId="{6997CC83-8404-ED8D-0321-DA2246332DDD}"/>
          </ac:picMkLst>
        </pc:picChg>
      </pc:sldChg>
      <pc:sldChg chg="addSp delSp modSp new mod">
        <pc:chgData name="Liang Zhao-Xun (Prof)" userId="92fc11c3-e03b-4154-bc0e-1b71e000b994" providerId="ADAL" clId="{A6271292-1F07-41B7-93F2-6F7376BB9B3C}" dt="2026-02-27T08:54:27.177" v="790" actId="1076"/>
        <pc:sldMkLst>
          <pc:docMk/>
          <pc:sldMk cId="2728522390" sldId="261"/>
        </pc:sldMkLst>
        <pc:spChg chg="del">
          <ac:chgData name="Liang Zhao-Xun (Prof)" userId="92fc11c3-e03b-4154-bc0e-1b71e000b994" providerId="ADAL" clId="{A6271292-1F07-41B7-93F2-6F7376BB9B3C}" dt="2026-02-27T08:40:25.637" v="355" actId="478"/>
          <ac:spMkLst>
            <pc:docMk/>
            <pc:sldMk cId="2728522390" sldId="261"/>
            <ac:spMk id="2" creationId="{C308CB7A-F19F-5D8E-DB0A-2D70FE41A6F4}"/>
          </ac:spMkLst>
        </pc:spChg>
        <pc:spChg chg="del">
          <ac:chgData name="Liang Zhao-Xun (Prof)" userId="92fc11c3-e03b-4154-bc0e-1b71e000b994" providerId="ADAL" clId="{A6271292-1F07-41B7-93F2-6F7376BB9B3C}" dt="2026-02-27T08:40:25.637" v="355" actId="478"/>
          <ac:spMkLst>
            <pc:docMk/>
            <pc:sldMk cId="2728522390" sldId="261"/>
            <ac:spMk id="3" creationId="{4B7DD5DC-8967-55F4-CAA5-663E23340A48}"/>
          </ac:spMkLst>
        </pc:spChg>
        <pc:spChg chg="add mod">
          <ac:chgData name="Liang Zhao-Xun (Prof)" userId="92fc11c3-e03b-4154-bc0e-1b71e000b994" providerId="ADAL" clId="{A6271292-1F07-41B7-93F2-6F7376BB9B3C}" dt="2026-02-27T08:54:27.177" v="790" actId="1076"/>
          <ac:spMkLst>
            <pc:docMk/>
            <pc:sldMk cId="2728522390" sldId="261"/>
            <ac:spMk id="5" creationId="{56BACBFC-5878-4A9D-3D4A-B1D5CDE8AC69}"/>
          </ac:spMkLst>
        </pc:spChg>
        <pc:spChg chg="add del">
          <ac:chgData name="Liang Zhao-Xun (Prof)" userId="92fc11c3-e03b-4154-bc0e-1b71e000b994" providerId="ADAL" clId="{A6271292-1F07-41B7-93F2-6F7376BB9B3C}" dt="2026-02-27T08:41:11.250" v="402" actId="22"/>
          <ac:spMkLst>
            <pc:docMk/>
            <pc:sldMk cId="2728522390" sldId="261"/>
            <ac:spMk id="7" creationId="{23CE85BF-87D8-A6C6-39DE-07EE21490AA4}"/>
          </ac:spMkLst>
        </pc:spChg>
        <pc:spChg chg="add mod">
          <ac:chgData name="Liang Zhao-Xun (Prof)" userId="92fc11c3-e03b-4154-bc0e-1b71e000b994" providerId="ADAL" clId="{A6271292-1F07-41B7-93F2-6F7376BB9B3C}" dt="2026-02-27T08:54:21.859" v="788" actId="1076"/>
          <ac:spMkLst>
            <pc:docMk/>
            <pc:sldMk cId="2728522390" sldId="261"/>
            <ac:spMk id="8" creationId="{1460377D-4693-DB8F-32E3-6903B6575B28}"/>
          </ac:spMkLst>
        </pc:spChg>
        <pc:spChg chg="add del mod">
          <ac:chgData name="Liang Zhao-Xun (Prof)" userId="92fc11c3-e03b-4154-bc0e-1b71e000b994" providerId="ADAL" clId="{A6271292-1F07-41B7-93F2-6F7376BB9B3C}" dt="2026-02-27T08:50:44.656" v="740" actId="22"/>
          <ac:spMkLst>
            <pc:docMk/>
            <pc:sldMk cId="2728522390" sldId="261"/>
            <ac:spMk id="10" creationId="{268ECA05-F771-F3F5-BBEB-64F12773748C}"/>
          </ac:spMkLst>
        </pc:spChg>
        <pc:picChg chg="add mod">
          <ac:chgData name="Liang Zhao-Xun (Prof)" userId="92fc11c3-e03b-4154-bc0e-1b71e000b994" providerId="ADAL" clId="{A6271292-1F07-41B7-93F2-6F7376BB9B3C}" dt="2026-02-27T08:54:21.859" v="788" actId="1076"/>
          <ac:picMkLst>
            <pc:docMk/>
            <pc:sldMk cId="2728522390" sldId="261"/>
            <ac:picMk id="1026" creationId="{0AD7A370-1622-A304-672D-1967D4EB3323}"/>
          </ac:picMkLst>
        </pc:picChg>
        <pc:picChg chg="mod">
          <ac:chgData name="Liang Zhao-Xun (Prof)" userId="92fc11c3-e03b-4154-bc0e-1b71e000b994" providerId="ADAL" clId="{A6271292-1F07-41B7-93F2-6F7376BB9B3C}" dt="2026-02-27T08:52:26.879" v="770" actId="1076"/>
          <ac:picMkLst>
            <pc:docMk/>
            <pc:sldMk cId="2728522390" sldId="261"/>
            <ac:picMk id="1027" creationId="{7D022F3A-EBF8-22DF-AD95-8712C090AAE4}"/>
          </ac:picMkLst>
        </pc:picChg>
        <pc:picChg chg="add mod">
          <ac:chgData name="Liang Zhao-Xun (Prof)" userId="92fc11c3-e03b-4154-bc0e-1b71e000b994" providerId="ADAL" clId="{A6271292-1F07-41B7-93F2-6F7376BB9B3C}" dt="2026-02-27T08:54:21.859" v="788" actId="1076"/>
          <ac:picMkLst>
            <pc:docMk/>
            <pc:sldMk cId="2728522390" sldId="261"/>
            <ac:picMk id="1028" creationId="{0176D27A-AEBC-8F64-4CE3-271E47D9D224}"/>
          </ac:picMkLst>
        </pc:picChg>
        <pc:picChg chg="add mod">
          <ac:chgData name="Liang Zhao-Xun (Prof)" userId="92fc11c3-e03b-4154-bc0e-1b71e000b994" providerId="ADAL" clId="{A6271292-1F07-41B7-93F2-6F7376BB9B3C}" dt="2026-02-27T08:54:21.859" v="788" actId="1076"/>
          <ac:picMkLst>
            <pc:docMk/>
            <pc:sldMk cId="2728522390" sldId="261"/>
            <ac:picMk id="1029" creationId="{B65E88B9-6ABD-D353-9842-BED656E287E7}"/>
          </ac:picMkLst>
        </pc:picChg>
        <pc:picChg chg="add del mod">
          <ac:chgData name="Liang Zhao-Xun (Prof)" userId="92fc11c3-e03b-4154-bc0e-1b71e000b994" providerId="ADAL" clId="{A6271292-1F07-41B7-93F2-6F7376BB9B3C}" dt="2026-02-27T08:49:27.340" v="709" actId="478"/>
          <ac:picMkLst>
            <pc:docMk/>
            <pc:sldMk cId="2728522390" sldId="261"/>
            <ac:picMk id="1030" creationId="{D75F31D7-45AB-68C9-EC3E-63AD22B2FA06}"/>
          </ac:picMkLst>
        </pc:picChg>
        <pc:picChg chg="add mod">
          <ac:chgData name="Liang Zhao-Xun (Prof)" userId="92fc11c3-e03b-4154-bc0e-1b71e000b994" providerId="ADAL" clId="{A6271292-1F07-41B7-93F2-6F7376BB9B3C}" dt="2026-02-27T08:54:21.859" v="788" actId="1076"/>
          <ac:picMkLst>
            <pc:docMk/>
            <pc:sldMk cId="2728522390" sldId="261"/>
            <ac:picMk id="1031" creationId="{0931791C-B9E6-6EA3-822B-FC6A4CAAABB1}"/>
          </ac:picMkLst>
        </pc:picChg>
        <pc:picChg chg="add mod">
          <ac:chgData name="Liang Zhao-Xun (Prof)" userId="92fc11c3-e03b-4154-bc0e-1b71e000b994" providerId="ADAL" clId="{A6271292-1F07-41B7-93F2-6F7376BB9B3C}" dt="2026-02-27T08:54:21.859" v="788" actId="1076"/>
          <ac:picMkLst>
            <pc:docMk/>
            <pc:sldMk cId="2728522390" sldId="261"/>
            <ac:picMk id="1032" creationId="{E73F21C6-E726-736F-C5BB-1B6454EBE609}"/>
          </ac:picMkLst>
        </pc:picChg>
        <pc:picChg chg="mod">
          <ac:chgData name="Liang Zhao-Xun (Prof)" userId="92fc11c3-e03b-4154-bc0e-1b71e000b994" providerId="ADAL" clId="{A6271292-1F07-41B7-93F2-6F7376BB9B3C}" dt="2026-02-27T08:54:21.859" v="788" actId="1076"/>
          <ac:picMkLst>
            <pc:docMk/>
            <pc:sldMk cId="2728522390" sldId="261"/>
            <ac:picMk id="1033" creationId="{EFF969C9-B1B3-774A-8FE7-21B0CBC9E352}"/>
          </ac:picMkLst>
        </pc:picChg>
        <pc:picChg chg="add mod">
          <ac:chgData name="Liang Zhao-Xun (Prof)" userId="92fc11c3-e03b-4154-bc0e-1b71e000b994" providerId="ADAL" clId="{A6271292-1F07-41B7-93F2-6F7376BB9B3C}" dt="2026-02-27T08:54:21.859" v="788" actId="1076"/>
          <ac:picMkLst>
            <pc:docMk/>
            <pc:sldMk cId="2728522390" sldId="261"/>
            <ac:picMk id="1034" creationId="{53EFC12C-3AF1-A887-E03E-A8ED7D7874A7}"/>
          </ac:picMkLst>
        </pc:picChg>
        <pc:picChg chg="add mod">
          <ac:chgData name="Liang Zhao-Xun (Prof)" userId="92fc11c3-e03b-4154-bc0e-1b71e000b994" providerId="ADAL" clId="{A6271292-1F07-41B7-93F2-6F7376BB9B3C}" dt="2026-02-27T08:54:21.859" v="788" actId="1076"/>
          <ac:picMkLst>
            <pc:docMk/>
            <pc:sldMk cId="2728522390" sldId="261"/>
            <ac:picMk id="1035" creationId="{2BF43A1B-4F33-DCB0-E9DD-5CA9FCFD8447}"/>
          </ac:picMkLst>
        </pc:picChg>
        <pc:picChg chg="add mod">
          <ac:chgData name="Liang Zhao-Xun (Prof)" userId="92fc11c3-e03b-4154-bc0e-1b71e000b994" providerId="ADAL" clId="{A6271292-1F07-41B7-93F2-6F7376BB9B3C}" dt="2026-02-27T08:54:21.859" v="788" actId="1076"/>
          <ac:picMkLst>
            <pc:docMk/>
            <pc:sldMk cId="2728522390" sldId="261"/>
            <ac:picMk id="1036" creationId="{C777451A-B07E-88EC-527E-D91349C6A3A3}"/>
          </ac:picMkLst>
        </pc:picChg>
      </pc:sldChg>
      <pc:sldChg chg="addSp delSp modSp new mod">
        <pc:chgData name="Liang Zhao-Xun (Prof)" userId="92fc11c3-e03b-4154-bc0e-1b71e000b994" providerId="ADAL" clId="{A6271292-1F07-41B7-93F2-6F7376BB9B3C}" dt="2026-02-27T09:15:56.812" v="948" actId="1076"/>
        <pc:sldMkLst>
          <pc:docMk/>
          <pc:sldMk cId="326746737" sldId="262"/>
        </pc:sldMkLst>
        <pc:spChg chg="del">
          <ac:chgData name="Liang Zhao-Xun (Prof)" userId="92fc11c3-e03b-4154-bc0e-1b71e000b994" providerId="ADAL" clId="{A6271292-1F07-41B7-93F2-6F7376BB9B3C}" dt="2026-02-27T08:41:17.052" v="404" actId="478"/>
          <ac:spMkLst>
            <pc:docMk/>
            <pc:sldMk cId="326746737" sldId="262"/>
            <ac:spMk id="2" creationId="{9C2494DA-2CEE-A593-2580-3D3B43773C9B}"/>
          </ac:spMkLst>
        </pc:spChg>
        <pc:spChg chg="del">
          <ac:chgData name="Liang Zhao-Xun (Prof)" userId="92fc11c3-e03b-4154-bc0e-1b71e000b994" providerId="ADAL" clId="{A6271292-1F07-41B7-93F2-6F7376BB9B3C}" dt="2026-02-27T08:41:17.052" v="404" actId="478"/>
          <ac:spMkLst>
            <pc:docMk/>
            <pc:sldMk cId="326746737" sldId="262"/>
            <ac:spMk id="3" creationId="{8C8B4BC2-4059-38D6-71E9-D0F87B2B6BEB}"/>
          </ac:spMkLst>
        </pc:spChg>
        <pc:spChg chg="add mod">
          <ac:chgData name="Liang Zhao-Xun (Prof)" userId="92fc11c3-e03b-4154-bc0e-1b71e000b994" providerId="ADAL" clId="{A6271292-1F07-41B7-93F2-6F7376BB9B3C}" dt="2026-02-27T08:56:11.060" v="808" actId="113"/>
          <ac:spMkLst>
            <pc:docMk/>
            <pc:sldMk cId="326746737" sldId="262"/>
            <ac:spMk id="5" creationId="{45CFADFC-EA05-5728-761A-6E6F4B870B6D}"/>
          </ac:spMkLst>
        </pc:spChg>
        <pc:spChg chg="add mod">
          <ac:chgData name="Liang Zhao-Xun (Prof)" userId="92fc11c3-e03b-4154-bc0e-1b71e000b994" providerId="ADAL" clId="{A6271292-1F07-41B7-93F2-6F7376BB9B3C}" dt="2026-02-27T09:15:56.812" v="948" actId="1076"/>
          <ac:spMkLst>
            <pc:docMk/>
            <pc:sldMk cId="326746737" sldId="262"/>
            <ac:spMk id="6" creationId="{C41DB8E1-CFB9-616A-30CB-AB78B3D8AFD3}"/>
          </ac:spMkLst>
        </pc:spChg>
      </pc:sldChg>
      <pc:sldChg chg="addSp delSp modSp new mod">
        <pc:chgData name="Liang Zhao-Xun (Prof)" userId="92fc11c3-e03b-4154-bc0e-1b71e000b994" providerId="ADAL" clId="{A6271292-1F07-41B7-93F2-6F7376BB9B3C}" dt="2026-02-27T08:55:20.430" v="805" actId="1076"/>
        <pc:sldMkLst>
          <pc:docMk/>
          <pc:sldMk cId="2379829445" sldId="263"/>
        </pc:sldMkLst>
        <pc:spChg chg="del">
          <ac:chgData name="Liang Zhao-Xun (Prof)" userId="92fc11c3-e03b-4154-bc0e-1b71e000b994" providerId="ADAL" clId="{A6271292-1F07-41B7-93F2-6F7376BB9B3C}" dt="2026-02-27T08:41:29.845" v="409" actId="478"/>
          <ac:spMkLst>
            <pc:docMk/>
            <pc:sldMk cId="2379829445" sldId="263"/>
            <ac:spMk id="2" creationId="{5469788C-02C4-0015-416B-E560282A8A53}"/>
          </ac:spMkLst>
        </pc:spChg>
        <pc:spChg chg="del">
          <ac:chgData name="Liang Zhao-Xun (Prof)" userId="92fc11c3-e03b-4154-bc0e-1b71e000b994" providerId="ADAL" clId="{A6271292-1F07-41B7-93F2-6F7376BB9B3C}" dt="2026-02-27T08:41:29.845" v="409" actId="478"/>
          <ac:spMkLst>
            <pc:docMk/>
            <pc:sldMk cId="2379829445" sldId="263"/>
            <ac:spMk id="3" creationId="{E7C552EF-387A-6FA8-A6BA-C3369EA355CE}"/>
          </ac:spMkLst>
        </pc:spChg>
        <pc:spChg chg="add mod">
          <ac:chgData name="Liang Zhao-Xun (Prof)" userId="92fc11c3-e03b-4154-bc0e-1b71e000b994" providerId="ADAL" clId="{A6271292-1F07-41B7-93F2-6F7376BB9B3C}" dt="2026-02-27T08:55:20.430" v="805" actId="1076"/>
          <ac:spMkLst>
            <pc:docMk/>
            <pc:sldMk cId="2379829445" sldId="263"/>
            <ac:spMk id="5" creationId="{94960926-EEC0-7F7C-48D0-7E6CF7D81EB2}"/>
          </ac:spMkLst>
        </pc:spChg>
      </pc:sldChg>
      <pc:sldChg chg="addSp delSp modSp new mod">
        <pc:chgData name="Liang Zhao-Xun (Prof)" userId="92fc11c3-e03b-4154-bc0e-1b71e000b994" providerId="ADAL" clId="{A6271292-1F07-41B7-93F2-6F7376BB9B3C}" dt="2026-02-27T09:04:15.098" v="947" actId="1076"/>
        <pc:sldMkLst>
          <pc:docMk/>
          <pc:sldMk cId="3895025708" sldId="264"/>
        </pc:sldMkLst>
        <pc:spChg chg="del">
          <ac:chgData name="Liang Zhao-Xun (Prof)" userId="92fc11c3-e03b-4154-bc0e-1b71e000b994" providerId="ADAL" clId="{A6271292-1F07-41B7-93F2-6F7376BB9B3C}" dt="2026-02-27T08:56:53.798" v="872" actId="478"/>
          <ac:spMkLst>
            <pc:docMk/>
            <pc:sldMk cId="3895025708" sldId="264"/>
            <ac:spMk id="2" creationId="{A0352A03-AB81-F839-D4A3-1B904D82EF10}"/>
          </ac:spMkLst>
        </pc:spChg>
        <pc:spChg chg="del">
          <ac:chgData name="Liang Zhao-Xun (Prof)" userId="92fc11c3-e03b-4154-bc0e-1b71e000b994" providerId="ADAL" clId="{A6271292-1F07-41B7-93F2-6F7376BB9B3C}" dt="2026-02-27T08:56:56.859" v="873" actId="478"/>
          <ac:spMkLst>
            <pc:docMk/>
            <pc:sldMk cId="3895025708" sldId="264"/>
            <ac:spMk id="3" creationId="{B68D25FD-4F3E-9EE7-5ACC-2FE8D1F8D3E3}"/>
          </ac:spMkLst>
        </pc:spChg>
        <pc:spChg chg="add mod">
          <ac:chgData name="Liang Zhao-Xun (Prof)" userId="92fc11c3-e03b-4154-bc0e-1b71e000b994" providerId="ADAL" clId="{A6271292-1F07-41B7-93F2-6F7376BB9B3C}" dt="2026-02-27T08:57:08.287" v="875" actId="1076"/>
          <ac:spMkLst>
            <pc:docMk/>
            <pc:sldMk cId="3895025708" sldId="264"/>
            <ac:spMk id="5" creationId="{6CAB6278-01FD-2190-38CA-9FE1DC92AAE2}"/>
          </ac:spMkLst>
        </pc:spChg>
        <pc:spChg chg="add del mod">
          <ac:chgData name="Liang Zhao-Xun (Prof)" userId="92fc11c3-e03b-4154-bc0e-1b71e000b994" providerId="ADAL" clId="{A6271292-1F07-41B7-93F2-6F7376BB9B3C}" dt="2026-02-27T09:01:34.077" v="881"/>
          <ac:spMkLst>
            <pc:docMk/>
            <pc:sldMk cId="3895025708" sldId="264"/>
            <ac:spMk id="6" creationId="{FE75C6E7-9AA2-314E-6375-4ADCC20074E8}"/>
          </ac:spMkLst>
        </pc:spChg>
        <pc:spChg chg="add del mod">
          <ac:chgData name="Liang Zhao-Xun (Prof)" userId="92fc11c3-e03b-4154-bc0e-1b71e000b994" providerId="ADAL" clId="{A6271292-1F07-41B7-93F2-6F7376BB9B3C}" dt="2026-02-27T09:04:01.540" v="895" actId="22"/>
          <ac:spMkLst>
            <pc:docMk/>
            <pc:sldMk cId="3895025708" sldId="264"/>
            <ac:spMk id="8" creationId="{5772CBE8-6FB7-BBB1-604E-A498E18D1FC0}"/>
          </ac:spMkLst>
        </pc:spChg>
        <pc:spChg chg="add mod">
          <ac:chgData name="Liang Zhao-Xun (Prof)" userId="92fc11c3-e03b-4154-bc0e-1b71e000b994" providerId="ADAL" clId="{A6271292-1F07-41B7-93F2-6F7376BB9B3C}" dt="2026-02-27T09:04:15.098" v="947" actId="1076"/>
          <ac:spMkLst>
            <pc:docMk/>
            <pc:sldMk cId="3895025708" sldId="264"/>
            <ac:spMk id="9" creationId="{E22A147A-D61B-03F2-7177-31D4E6264D45}"/>
          </ac:spMkLst>
        </pc:spChg>
      </pc:sldChg>
    </pc:docChg>
  </pc:docChgLst>
  <pc:docChgLst>
    <pc:chgData name="Liang Zhao-Xun (Prof)" userId="92fc11c3-e03b-4154-bc0e-1b71e000b994" providerId="ADAL" clId="{349A0007-8D34-5A8D-BA6C-77A38C5EA896}"/>
    <pc:docChg chg="undo custSel addSld delSld modSld">
      <pc:chgData name="Liang Zhao-Xun (Prof)" userId="92fc11c3-e03b-4154-bc0e-1b71e000b994" providerId="ADAL" clId="{349A0007-8D34-5A8D-BA6C-77A38C5EA896}" dt="2026-02-28T04:07:18.452" v="1025" actId="1076"/>
      <pc:docMkLst>
        <pc:docMk/>
      </pc:docMkLst>
      <pc:sldChg chg="addSp delSp modSp mod">
        <pc:chgData name="Liang Zhao-Xun (Prof)" userId="92fc11c3-e03b-4154-bc0e-1b71e000b994" providerId="ADAL" clId="{349A0007-8D34-5A8D-BA6C-77A38C5EA896}" dt="2026-02-28T04:07:18.452" v="1025" actId="1076"/>
        <pc:sldMkLst>
          <pc:docMk/>
          <pc:sldMk cId="449107280" sldId="257"/>
        </pc:sldMkLst>
        <pc:spChg chg="mod">
          <ac:chgData name="Liang Zhao-Xun (Prof)" userId="92fc11c3-e03b-4154-bc0e-1b71e000b994" providerId="ADAL" clId="{349A0007-8D34-5A8D-BA6C-77A38C5EA896}" dt="2026-02-28T04:04:35.971" v="1018" actId="1076"/>
          <ac:spMkLst>
            <pc:docMk/>
            <pc:sldMk cId="449107280" sldId="257"/>
            <ac:spMk id="2" creationId="{A442061B-1BCA-BB08-FF31-91CE609FA4ED}"/>
          </ac:spMkLst>
        </pc:spChg>
        <pc:spChg chg="mod">
          <ac:chgData name="Liang Zhao-Xun (Prof)" userId="92fc11c3-e03b-4154-bc0e-1b71e000b994" providerId="ADAL" clId="{349A0007-8D34-5A8D-BA6C-77A38C5EA896}" dt="2026-02-28T04:07:18.452" v="1025" actId="1076"/>
          <ac:spMkLst>
            <pc:docMk/>
            <pc:sldMk cId="449107280" sldId="257"/>
            <ac:spMk id="3" creationId="{DB812901-7E00-E9E1-A5B5-4E96F78FB4AB}"/>
          </ac:spMkLst>
        </pc:spChg>
        <pc:spChg chg="add del mod">
          <ac:chgData name="Liang Zhao-Xun (Prof)" userId="92fc11c3-e03b-4154-bc0e-1b71e000b994" providerId="ADAL" clId="{349A0007-8D34-5A8D-BA6C-77A38C5EA896}" dt="2026-02-27T13:25:05.465" v="24" actId="21"/>
          <ac:spMkLst>
            <pc:docMk/>
            <pc:sldMk cId="449107280" sldId="257"/>
            <ac:spMk id="5" creationId="{317941E7-97A3-B0E0-68EB-A4A802FEAB69}"/>
          </ac:spMkLst>
        </pc:spChg>
        <pc:spChg chg="add del mod">
          <ac:chgData name="Liang Zhao-Xun (Prof)" userId="92fc11c3-e03b-4154-bc0e-1b71e000b994" providerId="ADAL" clId="{349A0007-8D34-5A8D-BA6C-77A38C5EA896}" dt="2026-02-27T13:25:05.465" v="24" actId="21"/>
          <ac:spMkLst>
            <pc:docMk/>
            <pc:sldMk cId="449107280" sldId="257"/>
            <ac:spMk id="6" creationId="{2121EE5E-8C83-5579-9962-2737A7BCA1F6}"/>
          </ac:spMkLst>
        </pc:spChg>
        <pc:spChg chg="add del mod">
          <ac:chgData name="Liang Zhao-Xun (Prof)" userId="92fc11c3-e03b-4154-bc0e-1b71e000b994" providerId="ADAL" clId="{349A0007-8D34-5A8D-BA6C-77A38C5EA896}" dt="2026-02-27T13:25:05.465" v="24" actId="21"/>
          <ac:spMkLst>
            <pc:docMk/>
            <pc:sldMk cId="449107280" sldId="257"/>
            <ac:spMk id="7" creationId="{40AC889F-535B-2128-B9F6-49AB417E81B7}"/>
          </ac:spMkLst>
        </pc:spChg>
        <pc:spChg chg="add del mod">
          <ac:chgData name="Liang Zhao-Xun (Prof)" userId="92fc11c3-e03b-4154-bc0e-1b71e000b994" providerId="ADAL" clId="{349A0007-8D34-5A8D-BA6C-77A38C5EA896}" dt="2026-02-27T13:25:05.465" v="24" actId="21"/>
          <ac:spMkLst>
            <pc:docMk/>
            <pc:sldMk cId="449107280" sldId="257"/>
            <ac:spMk id="8" creationId="{509CCAAC-7795-DDC3-FFFF-D86C1A0F0EA8}"/>
          </ac:spMkLst>
        </pc:spChg>
        <pc:spChg chg="add del mod">
          <ac:chgData name="Liang Zhao-Xun (Prof)" userId="92fc11c3-e03b-4154-bc0e-1b71e000b994" providerId="ADAL" clId="{349A0007-8D34-5A8D-BA6C-77A38C5EA896}" dt="2026-02-27T13:25:05.465" v="24" actId="21"/>
          <ac:spMkLst>
            <pc:docMk/>
            <pc:sldMk cId="449107280" sldId="257"/>
            <ac:spMk id="9" creationId="{5AF8C6C9-F778-6FDC-72B0-DC04CAFF03F0}"/>
          </ac:spMkLst>
        </pc:spChg>
        <pc:spChg chg="add del mod">
          <ac:chgData name="Liang Zhao-Xun (Prof)" userId="92fc11c3-e03b-4154-bc0e-1b71e000b994" providerId="ADAL" clId="{349A0007-8D34-5A8D-BA6C-77A38C5EA896}" dt="2026-02-27T13:25:05.465" v="24" actId="21"/>
          <ac:spMkLst>
            <pc:docMk/>
            <pc:sldMk cId="449107280" sldId="257"/>
            <ac:spMk id="10" creationId="{E1AA960B-AD1E-EC36-BC34-283B5F9F88FA}"/>
          </ac:spMkLst>
        </pc:spChg>
        <pc:spChg chg="add del mod">
          <ac:chgData name="Liang Zhao-Xun (Prof)" userId="92fc11c3-e03b-4154-bc0e-1b71e000b994" providerId="ADAL" clId="{349A0007-8D34-5A8D-BA6C-77A38C5EA896}" dt="2026-02-27T13:25:05.465" v="24" actId="21"/>
          <ac:spMkLst>
            <pc:docMk/>
            <pc:sldMk cId="449107280" sldId="257"/>
            <ac:spMk id="11" creationId="{91BF450F-573A-4F1B-CB4F-0BC831C88F98}"/>
          </ac:spMkLst>
        </pc:spChg>
        <pc:picChg chg="add del mod">
          <ac:chgData name="Liang Zhao-Xun (Prof)" userId="92fc11c3-e03b-4154-bc0e-1b71e000b994" providerId="ADAL" clId="{349A0007-8D34-5A8D-BA6C-77A38C5EA896}" dt="2026-02-28T03:58:08.638" v="959" actId="478"/>
          <ac:picMkLst>
            <pc:docMk/>
            <pc:sldMk cId="449107280" sldId="257"/>
            <ac:picMk id="4" creationId="{41B6D084-B4D4-BFA5-3F3E-32A9E99C89AF}"/>
          </ac:picMkLst>
        </pc:picChg>
        <pc:picChg chg="del">
          <ac:chgData name="Liang Zhao-Xun (Prof)" userId="92fc11c3-e03b-4154-bc0e-1b71e000b994" providerId="ADAL" clId="{349A0007-8D34-5A8D-BA6C-77A38C5EA896}" dt="2026-02-27T13:21:38.608" v="0" actId="478"/>
          <ac:picMkLst>
            <pc:docMk/>
            <pc:sldMk cId="449107280" sldId="257"/>
            <ac:picMk id="4" creationId="{ABD26345-4B10-12DB-4ED7-633C505882E7}"/>
          </ac:picMkLst>
        </pc:picChg>
        <pc:picChg chg="add mod">
          <ac:chgData name="Liang Zhao-Xun (Prof)" userId="92fc11c3-e03b-4154-bc0e-1b71e000b994" providerId="ADAL" clId="{349A0007-8D34-5A8D-BA6C-77A38C5EA896}" dt="2026-02-28T04:04:15.378" v="1014"/>
          <ac:picMkLst>
            <pc:docMk/>
            <pc:sldMk cId="449107280" sldId="257"/>
            <ac:picMk id="5" creationId="{51B95ACB-B3C4-AED9-5A7A-BF3631365379}"/>
          </ac:picMkLst>
        </pc:picChg>
        <pc:picChg chg="add del mod">
          <ac:chgData name="Liang Zhao-Xun (Prof)" userId="92fc11c3-e03b-4154-bc0e-1b71e000b994" providerId="ADAL" clId="{349A0007-8D34-5A8D-BA6C-77A38C5EA896}" dt="2026-02-28T04:01:45.527" v="992" actId="478"/>
          <ac:picMkLst>
            <pc:docMk/>
            <pc:sldMk cId="449107280" sldId="257"/>
            <ac:picMk id="6" creationId="{02A0746F-498A-58AB-D9D7-BD95DFBE250B}"/>
          </ac:picMkLst>
        </pc:picChg>
        <pc:picChg chg="add del mod">
          <ac:chgData name="Liang Zhao-Xun (Prof)" userId="92fc11c3-e03b-4154-bc0e-1b71e000b994" providerId="ADAL" clId="{349A0007-8D34-5A8D-BA6C-77A38C5EA896}" dt="2026-02-28T04:07:02.119" v="1022" actId="478"/>
          <ac:picMkLst>
            <pc:docMk/>
            <pc:sldMk cId="449107280" sldId="257"/>
            <ac:picMk id="7" creationId="{83342571-1682-A587-F897-B3348D0B07E6}"/>
          </ac:picMkLst>
        </pc:picChg>
        <pc:picChg chg="add mod">
          <ac:chgData name="Liang Zhao-Xun (Prof)" userId="92fc11c3-e03b-4154-bc0e-1b71e000b994" providerId="ADAL" clId="{349A0007-8D34-5A8D-BA6C-77A38C5EA896}" dt="2026-02-28T04:02:08.273" v="998" actId="14100"/>
          <ac:picMkLst>
            <pc:docMk/>
            <pc:sldMk cId="449107280" sldId="257"/>
            <ac:picMk id="12" creationId="{AAA6667D-AA88-3BC3-6333-3060F5645BCF}"/>
          </ac:picMkLst>
        </pc:picChg>
      </pc:sldChg>
      <pc:sldChg chg="delSp modSp mod">
        <pc:chgData name="Liang Zhao-Xun (Prof)" userId="92fc11c3-e03b-4154-bc0e-1b71e000b994" providerId="ADAL" clId="{349A0007-8D34-5A8D-BA6C-77A38C5EA896}" dt="2026-02-28T02:51:38.116" v="482" actId="14100"/>
        <pc:sldMkLst>
          <pc:docMk/>
          <pc:sldMk cId="386709179" sldId="258"/>
        </pc:sldMkLst>
        <pc:spChg chg="mod">
          <ac:chgData name="Liang Zhao-Xun (Prof)" userId="92fc11c3-e03b-4154-bc0e-1b71e000b994" providerId="ADAL" clId="{349A0007-8D34-5A8D-BA6C-77A38C5EA896}" dt="2026-02-28T02:51:38.116" v="482" actId="14100"/>
          <ac:spMkLst>
            <pc:docMk/>
            <pc:sldMk cId="386709179" sldId="258"/>
            <ac:spMk id="3" creationId="{1EB2F0C7-F891-C6D5-4514-A6CF6CAECDA8}"/>
          </ac:spMkLst>
        </pc:spChg>
        <pc:spChg chg="mod">
          <ac:chgData name="Liang Zhao-Xun (Prof)" userId="92fc11c3-e03b-4154-bc0e-1b71e000b994" providerId="ADAL" clId="{349A0007-8D34-5A8D-BA6C-77A38C5EA896}" dt="2026-02-28T02:51:30.965" v="479" actId="1076"/>
          <ac:spMkLst>
            <pc:docMk/>
            <pc:sldMk cId="386709179" sldId="258"/>
            <ac:spMk id="6" creationId="{ADA8F27C-498E-EF1F-1A8C-06B73DC2EE31}"/>
          </ac:spMkLst>
        </pc:spChg>
        <pc:picChg chg="del">
          <ac:chgData name="Liang Zhao-Xun (Prof)" userId="92fc11c3-e03b-4154-bc0e-1b71e000b994" providerId="ADAL" clId="{349A0007-8D34-5A8D-BA6C-77A38C5EA896}" dt="2026-02-27T13:26:19.772" v="47" actId="478"/>
          <ac:picMkLst>
            <pc:docMk/>
            <pc:sldMk cId="386709179" sldId="258"/>
            <ac:picMk id="4" creationId="{32A9EDEA-A9DC-B272-5E5D-060930B259B5}"/>
          </ac:picMkLst>
        </pc:picChg>
        <pc:picChg chg="del">
          <ac:chgData name="Liang Zhao-Xun (Prof)" userId="92fc11c3-e03b-4154-bc0e-1b71e000b994" providerId="ADAL" clId="{349A0007-8D34-5A8D-BA6C-77A38C5EA896}" dt="2026-02-27T13:26:20.523" v="48" actId="478"/>
          <ac:picMkLst>
            <pc:docMk/>
            <pc:sldMk cId="386709179" sldId="258"/>
            <ac:picMk id="5" creationId="{6997CC83-8404-ED8D-0321-DA2246332DDD}"/>
          </ac:picMkLst>
        </pc:picChg>
      </pc:sldChg>
      <pc:sldChg chg="addSp delSp modSp mod">
        <pc:chgData name="Liang Zhao-Xun (Prof)" userId="92fc11c3-e03b-4154-bc0e-1b71e000b994" providerId="ADAL" clId="{349A0007-8D34-5A8D-BA6C-77A38C5EA896}" dt="2026-02-28T02:50:56.180" v="476" actId="1076"/>
        <pc:sldMkLst>
          <pc:docMk/>
          <pc:sldMk cId="2728522390" sldId="261"/>
        </pc:sldMkLst>
        <pc:spChg chg="add del mod">
          <ac:chgData name="Liang Zhao-Xun (Prof)" userId="92fc11c3-e03b-4154-bc0e-1b71e000b994" providerId="ADAL" clId="{349A0007-8D34-5A8D-BA6C-77A38C5EA896}" dt="2026-02-28T02:12:40.603" v="66"/>
          <ac:spMkLst>
            <pc:docMk/>
            <pc:sldMk cId="2728522390" sldId="261"/>
            <ac:spMk id="2" creationId="{915DBDE8-F8C2-6BC9-B273-21144A1D05C3}"/>
          </ac:spMkLst>
        </pc:spChg>
        <pc:spChg chg="add mod">
          <ac:chgData name="Liang Zhao-Xun (Prof)" userId="92fc11c3-e03b-4154-bc0e-1b71e000b994" providerId="ADAL" clId="{349A0007-8D34-5A8D-BA6C-77A38C5EA896}" dt="2026-02-28T02:33:06.134" v="325" actId="1076"/>
          <ac:spMkLst>
            <pc:docMk/>
            <pc:sldMk cId="2728522390" sldId="261"/>
            <ac:spMk id="3" creationId="{6DDEB930-6BA6-0189-95D5-F9E8A43F3EAB}"/>
          </ac:spMkLst>
        </pc:spChg>
        <pc:spChg chg="add mod">
          <ac:chgData name="Liang Zhao-Xun (Prof)" userId="92fc11c3-e03b-4154-bc0e-1b71e000b994" providerId="ADAL" clId="{349A0007-8D34-5A8D-BA6C-77A38C5EA896}" dt="2026-02-28T02:32:59.488" v="323" actId="1076"/>
          <ac:spMkLst>
            <pc:docMk/>
            <pc:sldMk cId="2728522390" sldId="261"/>
            <ac:spMk id="4" creationId="{7E99690A-00C6-B31B-5637-225EBBAC31F1}"/>
          </ac:spMkLst>
        </pc:spChg>
        <pc:spChg chg="mod">
          <ac:chgData name="Liang Zhao-Xun (Prof)" userId="92fc11c3-e03b-4154-bc0e-1b71e000b994" providerId="ADAL" clId="{349A0007-8D34-5A8D-BA6C-77A38C5EA896}" dt="2026-02-28T02:47:59.614" v="458" actId="14100"/>
          <ac:spMkLst>
            <pc:docMk/>
            <pc:sldMk cId="2728522390" sldId="261"/>
            <ac:spMk id="5" creationId="{56BACBFC-5878-4A9D-3D4A-B1D5CDE8AC69}"/>
          </ac:spMkLst>
        </pc:spChg>
        <pc:spChg chg="add del mod">
          <ac:chgData name="Liang Zhao-Xun (Prof)" userId="92fc11c3-e03b-4154-bc0e-1b71e000b994" providerId="ADAL" clId="{349A0007-8D34-5A8D-BA6C-77A38C5EA896}" dt="2026-02-28T02:23:05.352" v="275"/>
          <ac:spMkLst>
            <pc:docMk/>
            <pc:sldMk cId="2728522390" sldId="261"/>
            <ac:spMk id="7" creationId="{97C51A17-0B80-260F-C0F1-75188D91E26E}"/>
          </ac:spMkLst>
        </pc:spChg>
        <pc:spChg chg="del mod">
          <ac:chgData name="Liang Zhao-Xun (Prof)" userId="92fc11c3-e03b-4154-bc0e-1b71e000b994" providerId="ADAL" clId="{349A0007-8D34-5A8D-BA6C-77A38C5EA896}" dt="2026-02-28T02:19:30.994" v="180" actId="21"/>
          <ac:spMkLst>
            <pc:docMk/>
            <pc:sldMk cId="2728522390" sldId="261"/>
            <ac:spMk id="8" creationId="{1460377D-4693-DB8F-32E3-6903B6575B28}"/>
          </ac:spMkLst>
        </pc:spChg>
        <pc:spChg chg="add del mod">
          <ac:chgData name="Liang Zhao-Xun (Prof)" userId="92fc11c3-e03b-4154-bc0e-1b71e000b994" providerId="ADAL" clId="{349A0007-8D34-5A8D-BA6C-77A38C5EA896}" dt="2026-02-28T02:16:28.101" v="147" actId="478"/>
          <ac:spMkLst>
            <pc:docMk/>
            <pc:sldMk cId="2728522390" sldId="261"/>
            <ac:spMk id="10" creationId="{26707282-51B4-B0B8-93DC-566C15BB6C5C}"/>
          </ac:spMkLst>
        </pc:spChg>
        <pc:spChg chg="add del">
          <ac:chgData name="Liang Zhao-Xun (Prof)" userId="92fc11c3-e03b-4154-bc0e-1b71e000b994" providerId="ADAL" clId="{349A0007-8D34-5A8D-BA6C-77A38C5EA896}" dt="2026-02-28T02:16:33.013" v="149" actId="22"/>
          <ac:spMkLst>
            <pc:docMk/>
            <pc:sldMk cId="2728522390" sldId="261"/>
            <ac:spMk id="12" creationId="{648D98D5-B743-248A-7F7B-57F75EFE1B0B}"/>
          </ac:spMkLst>
        </pc:spChg>
        <pc:spChg chg="add del mod">
          <ac:chgData name="Liang Zhao-Xun (Prof)" userId="92fc11c3-e03b-4154-bc0e-1b71e000b994" providerId="ADAL" clId="{349A0007-8D34-5A8D-BA6C-77A38C5EA896}" dt="2026-02-28T02:23:05.587" v="277"/>
          <ac:spMkLst>
            <pc:docMk/>
            <pc:sldMk cId="2728522390" sldId="261"/>
            <ac:spMk id="14" creationId="{E55BE30F-F577-BAA8-4A58-B1B4B82ED644}"/>
          </ac:spMkLst>
        </pc:spChg>
        <pc:spChg chg="add del mod">
          <ac:chgData name="Liang Zhao-Xun (Prof)" userId="92fc11c3-e03b-4154-bc0e-1b71e000b994" providerId="ADAL" clId="{349A0007-8D34-5A8D-BA6C-77A38C5EA896}" dt="2026-02-28T02:23:05.351" v="273"/>
          <ac:spMkLst>
            <pc:docMk/>
            <pc:sldMk cId="2728522390" sldId="261"/>
            <ac:spMk id="16" creationId="{A66144BF-11BB-E22E-1D4F-803A50D96C71}"/>
          </ac:spMkLst>
        </pc:spChg>
        <pc:spChg chg="add del mod">
          <ac:chgData name="Liang Zhao-Xun (Prof)" userId="92fc11c3-e03b-4154-bc0e-1b71e000b994" providerId="ADAL" clId="{349A0007-8D34-5A8D-BA6C-77A38C5EA896}" dt="2026-02-28T02:22:11.003" v="254" actId="478"/>
          <ac:spMkLst>
            <pc:docMk/>
            <pc:sldMk cId="2728522390" sldId="261"/>
            <ac:spMk id="18" creationId="{7D6FE6C0-2765-9745-B0FB-79768ECF973D}"/>
          </ac:spMkLst>
        </pc:spChg>
        <pc:spChg chg="add del mod">
          <ac:chgData name="Liang Zhao-Xun (Prof)" userId="92fc11c3-e03b-4154-bc0e-1b71e000b994" providerId="ADAL" clId="{349A0007-8D34-5A8D-BA6C-77A38C5EA896}" dt="2026-02-28T02:19:48.594" v="183" actId="478"/>
          <ac:spMkLst>
            <pc:docMk/>
            <pc:sldMk cId="2728522390" sldId="261"/>
            <ac:spMk id="19" creationId="{8B04B2DB-D651-3509-42B8-5473B7179FB9}"/>
          </ac:spMkLst>
        </pc:spChg>
        <pc:spChg chg="add del mod">
          <ac:chgData name="Liang Zhao-Xun (Prof)" userId="92fc11c3-e03b-4154-bc0e-1b71e000b994" providerId="ADAL" clId="{349A0007-8D34-5A8D-BA6C-77A38C5EA896}" dt="2026-02-28T02:22:58.345" v="269"/>
          <ac:spMkLst>
            <pc:docMk/>
            <pc:sldMk cId="2728522390" sldId="261"/>
            <ac:spMk id="21" creationId="{A1987C7B-850E-8E4D-2102-472971FD0605}"/>
          </ac:spMkLst>
        </pc:spChg>
        <pc:spChg chg="add del mod">
          <ac:chgData name="Liang Zhao-Xun (Prof)" userId="92fc11c3-e03b-4154-bc0e-1b71e000b994" providerId="ADAL" clId="{349A0007-8D34-5A8D-BA6C-77A38C5EA896}" dt="2026-02-28T02:23:31.696" v="285"/>
          <ac:spMkLst>
            <pc:docMk/>
            <pc:sldMk cId="2728522390" sldId="261"/>
            <ac:spMk id="23" creationId="{46C7E64D-359D-2D39-9723-B8B0BDB1609B}"/>
          </ac:spMkLst>
        </pc:spChg>
        <pc:spChg chg="add del mod">
          <ac:chgData name="Liang Zhao-Xun (Prof)" userId="92fc11c3-e03b-4154-bc0e-1b71e000b994" providerId="ADAL" clId="{349A0007-8D34-5A8D-BA6C-77A38C5EA896}" dt="2026-02-28T02:23:05.273" v="271" actId="21"/>
          <ac:spMkLst>
            <pc:docMk/>
            <pc:sldMk cId="2728522390" sldId="261"/>
            <ac:spMk id="25" creationId="{1303E9E7-6620-3324-5FFB-D6AEE0BC4E83}"/>
          </ac:spMkLst>
        </pc:spChg>
        <pc:spChg chg="add del mod">
          <ac:chgData name="Liang Zhao-Xun (Prof)" userId="92fc11c3-e03b-4154-bc0e-1b71e000b994" providerId="ADAL" clId="{349A0007-8D34-5A8D-BA6C-77A38C5EA896}" dt="2026-02-28T02:24:57.184" v="301"/>
          <ac:spMkLst>
            <pc:docMk/>
            <pc:sldMk cId="2728522390" sldId="261"/>
            <ac:spMk id="27" creationId="{51EDCA6B-EE42-147F-7337-2CD812D7F806}"/>
          </ac:spMkLst>
        </pc:spChg>
        <pc:spChg chg="add del mod">
          <ac:chgData name="Liang Zhao-Xun (Prof)" userId="92fc11c3-e03b-4154-bc0e-1b71e000b994" providerId="ADAL" clId="{349A0007-8D34-5A8D-BA6C-77A38C5EA896}" dt="2026-02-28T02:23:32.080" v="287"/>
          <ac:spMkLst>
            <pc:docMk/>
            <pc:sldMk cId="2728522390" sldId="261"/>
            <ac:spMk id="30" creationId="{6B261E4D-253E-16D4-0655-1242CD51558F}"/>
          </ac:spMkLst>
        </pc:spChg>
        <pc:graphicFrameChg chg="add mod modGraphic">
          <ac:chgData name="Liang Zhao-Xun (Prof)" userId="92fc11c3-e03b-4154-bc0e-1b71e000b994" providerId="ADAL" clId="{349A0007-8D34-5A8D-BA6C-77A38C5EA896}" dt="2026-02-28T02:35:57.777" v="353" actId="14100"/>
          <ac:graphicFrameMkLst>
            <pc:docMk/>
            <pc:sldMk cId="2728522390" sldId="261"/>
            <ac:graphicFrameMk id="28" creationId="{4BF1A8E9-9CC4-4D9C-32D1-1088346EF007}"/>
          </ac:graphicFrameMkLst>
        </pc:graphicFrameChg>
        <pc:picChg chg="add mod">
          <ac:chgData name="Liang Zhao-Xun (Prof)" userId="92fc11c3-e03b-4154-bc0e-1b71e000b994" providerId="ADAL" clId="{349A0007-8D34-5A8D-BA6C-77A38C5EA896}" dt="2026-02-28T02:48:25.163" v="460" actId="1076"/>
          <ac:picMkLst>
            <pc:docMk/>
            <pc:sldMk cId="2728522390" sldId="261"/>
            <ac:picMk id="29" creationId="{88BF3FEA-C8DC-979E-A6AE-E99D30525CED}"/>
          </ac:picMkLst>
        </pc:picChg>
        <pc:picChg chg="add mod">
          <ac:chgData name="Liang Zhao-Xun (Prof)" userId="92fc11c3-e03b-4154-bc0e-1b71e000b994" providerId="ADAL" clId="{349A0007-8D34-5A8D-BA6C-77A38C5EA896}" dt="2026-02-28T02:50:56.180" v="476" actId="1076"/>
          <ac:picMkLst>
            <pc:docMk/>
            <pc:sldMk cId="2728522390" sldId="261"/>
            <ac:picMk id="31" creationId="{2FE7E4F1-FE1E-8F5B-6797-6E1DCFCF121F}"/>
          </ac:picMkLst>
        </pc:picChg>
        <pc:picChg chg="add mod">
          <ac:chgData name="Liang Zhao-Xun (Prof)" userId="92fc11c3-e03b-4154-bc0e-1b71e000b994" providerId="ADAL" clId="{349A0007-8D34-5A8D-BA6C-77A38C5EA896}" dt="2026-02-28T02:33:01.869" v="324" actId="1076"/>
          <ac:picMkLst>
            <pc:docMk/>
            <pc:sldMk cId="2728522390" sldId="261"/>
            <ac:picMk id="1025" creationId="{90672A07-2D88-5CC2-D01C-DC2D18B642B9}"/>
          </ac:picMkLst>
        </pc:picChg>
        <pc:picChg chg="del mod">
          <ac:chgData name="Liang Zhao-Xun (Prof)" userId="92fc11c3-e03b-4154-bc0e-1b71e000b994" providerId="ADAL" clId="{349A0007-8D34-5A8D-BA6C-77A38C5EA896}" dt="2026-02-28T02:32:14.244" v="315" actId="21"/>
          <ac:picMkLst>
            <pc:docMk/>
            <pc:sldMk cId="2728522390" sldId="261"/>
            <ac:picMk id="1026" creationId="{0AD7A370-1622-A304-672D-1967D4EB3323}"/>
          </ac:picMkLst>
        </pc:picChg>
        <pc:picChg chg="mod">
          <ac:chgData name="Liang Zhao-Xun (Prof)" userId="92fc11c3-e03b-4154-bc0e-1b71e000b994" providerId="ADAL" clId="{349A0007-8D34-5A8D-BA6C-77A38C5EA896}" dt="2026-02-28T02:48:26.797" v="461" actId="1076"/>
          <ac:picMkLst>
            <pc:docMk/>
            <pc:sldMk cId="2728522390" sldId="261"/>
            <ac:picMk id="1027" creationId="{7D022F3A-EBF8-22DF-AD95-8712C090AAE4}"/>
          </ac:picMkLst>
        </pc:picChg>
        <pc:picChg chg="mod">
          <ac:chgData name="Liang Zhao-Xun (Prof)" userId="92fc11c3-e03b-4154-bc0e-1b71e000b994" providerId="ADAL" clId="{349A0007-8D34-5A8D-BA6C-77A38C5EA896}" dt="2026-02-28T02:33:59.189" v="341" actId="1076"/>
          <ac:picMkLst>
            <pc:docMk/>
            <pc:sldMk cId="2728522390" sldId="261"/>
            <ac:picMk id="1028" creationId="{0176D27A-AEBC-8F64-4CE3-271E47D9D224}"/>
          </ac:picMkLst>
        </pc:picChg>
        <pc:picChg chg="mod">
          <ac:chgData name="Liang Zhao-Xun (Prof)" userId="92fc11c3-e03b-4154-bc0e-1b71e000b994" providerId="ADAL" clId="{349A0007-8D34-5A8D-BA6C-77A38C5EA896}" dt="2026-02-28T02:48:30.162" v="463" actId="1076"/>
          <ac:picMkLst>
            <pc:docMk/>
            <pc:sldMk cId="2728522390" sldId="261"/>
            <ac:picMk id="1029" creationId="{B65E88B9-6ABD-D353-9842-BED656E287E7}"/>
          </ac:picMkLst>
        </pc:picChg>
        <pc:picChg chg="mod">
          <ac:chgData name="Liang Zhao-Xun (Prof)" userId="92fc11c3-e03b-4154-bc0e-1b71e000b994" providerId="ADAL" clId="{349A0007-8D34-5A8D-BA6C-77A38C5EA896}" dt="2026-02-28T02:49:24.514" v="469" actId="14100"/>
          <ac:picMkLst>
            <pc:docMk/>
            <pc:sldMk cId="2728522390" sldId="261"/>
            <ac:picMk id="1031" creationId="{0931791C-B9E6-6EA3-822B-FC6A4CAAABB1}"/>
          </ac:picMkLst>
        </pc:picChg>
        <pc:picChg chg="mod">
          <ac:chgData name="Liang Zhao-Xun (Prof)" userId="92fc11c3-e03b-4154-bc0e-1b71e000b994" providerId="ADAL" clId="{349A0007-8D34-5A8D-BA6C-77A38C5EA896}" dt="2026-02-28T02:48:54.297" v="465" actId="1076"/>
          <ac:picMkLst>
            <pc:docMk/>
            <pc:sldMk cId="2728522390" sldId="261"/>
            <ac:picMk id="1032" creationId="{E73F21C6-E726-736F-C5BB-1B6454EBE609}"/>
          </ac:picMkLst>
        </pc:picChg>
        <pc:picChg chg="mod">
          <ac:chgData name="Liang Zhao-Xun (Prof)" userId="92fc11c3-e03b-4154-bc0e-1b71e000b994" providerId="ADAL" clId="{349A0007-8D34-5A8D-BA6C-77A38C5EA896}" dt="2026-02-28T02:49:01.814" v="468" actId="1076"/>
          <ac:picMkLst>
            <pc:docMk/>
            <pc:sldMk cId="2728522390" sldId="261"/>
            <ac:picMk id="1033" creationId="{EFF969C9-B1B3-774A-8FE7-21B0CBC9E352}"/>
          </ac:picMkLst>
        </pc:picChg>
        <pc:picChg chg="mod">
          <ac:chgData name="Liang Zhao-Xun (Prof)" userId="92fc11c3-e03b-4154-bc0e-1b71e000b994" providerId="ADAL" clId="{349A0007-8D34-5A8D-BA6C-77A38C5EA896}" dt="2026-02-28T02:50:48.045" v="474" actId="14100"/>
          <ac:picMkLst>
            <pc:docMk/>
            <pc:sldMk cId="2728522390" sldId="261"/>
            <ac:picMk id="1034" creationId="{53EFC12C-3AF1-A887-E03E-A8ED7D7874A7}"/>
          </ac:picMkLst>
        </pc:picChg>
        <pc:picChg chg="del mod">
          <ac:chgData name="Liang Zhao-Xun (Prof)" userId="92fc11c3-e03b-4154-bc0e-1b71e000b994" providerId="ADAL" clId="{349A0007-8D34-5A8D-BA6C-77A38C5EA896}" dt="2026-02-28T02:21:26.981" v="242" actId="21"/>
          <ac:picMkLst>
            <pc:docMk/>
            <pc:sldMk cId="2728522390" sldId="261"/>
            <ac:picMk id="1035" creationId="{2BF43A1B-4F33-DCB0-E9DD-5CA9FCFD8447}"/>
          </ac:picMkLst>
        </pc:picChg>
        <pc:picChg chg="mod">
          <ac:chgData name="Liang Zhao-Xun (Prof)" userId="92fc11c3-e03b-4154-bc0e-1b71e000b994" providerId="ADAL" clId="{349A0007-8D34-5A8D-BA6C-77A38C5EA896}" dt="2026-02-28T02:50:53.068" v="475" actId="14100"/>
          <ac:picMkLst>
            <pc:docMk/>
            <pc:sldMk cId="2728522390" sldId="261"/>
            <ac:picMk id="1036" creationId="{C777451A-B07E-88EC-527E-D91349C6A3A3}"/>
          </ac:picMkLst>
        </pc:picChg>
      </pc:sldChg>
      <pc:sldChg chg="addSp delSp modSp mod">
        <pc:chgData name="Liang Zhao-Xun (Prof)" userId="92fc11c3-e03b-4154-bc0e-1b71e000b994" providerId="ADAL" clId="{349A0007-8D34-5A8D-BA6C-77A38C5EA896}" dt="2026-02-28T03:39:44.893" v="654" actId="1076"/>
        <pc:sldMkLst>
          <pc:docMk/>
          <pc:sldMk cId="326746737" sldId="262"/>
        </pc:sldMkLst>
        <pc:spChg chg="add del mod">
          <ac:chgData name="Liang Zhao-Xun (Prof)" userId="92fc11c3-e03b-4154-bc0e-1b71e000b994" providerId="ADAL" clId="{349A0007-8D34-5A8D-BA6C-77A38C5EA896}" dt="2026-02-28T02:41:06.405" v="387" actId="478"/>
          <ac:spMkLst>
            <pc:docMk/>
            <pc:sldMk cId="326746737" sldId="262"/>
            <ac:spMk id="4" creationId="{8D36CD8A-B302-1FAD-9CAD-FCC7DE147D5D}"/>
          </ac:spMkLst>
        </pc:spChg>
        <pc:spChg chg="mod">
          <ac:chgData name="Liang Zhao-Xun (Prof)" userId="92fc11c3-e03b-4154-bc0e-1b71e000b994" providerId="ADAL" clId="{349A0007-8D34-5A8D-BA6C-77A38C5EA896}" dt="2026-02-28T03:39:44.893" v="654" actId="1076"/>
          <ac:spMkLst>
            <pc:docMk/>
            <pc:sldMk cId="326746737" sldId="262"/>
            <ac:spMk id="5" creationId="{45CFADFC-EA05-5728-761A-6E6F4B870B6D}"/>
          </ac:spMkLst>
        </pc:spChg>
        <pc:spChg chg="del mod">
          <ac:chgData name="Liang Zhao-Xun (Prof)" userId="92fc11c3-e03b-4154-bc0e-1b71e000b994" providerId="ADAL" clId="{349A0007-8D34-5A8D-BA6C-77A38C5EA896}" dt="2026-02-28T03:38:47.676" v="630" actId="478"/>
          <ac:spMkLst>
            <pc:docMk/>
            <pc:sldMk cId="326746737" sldId="262"/>
            <ac:spMk id="6" creationId="{C41DB8E1-CFB9-616A-30CB-AB78B3D8AFD3}"/>
          </ac:spMkLst>
        </pc:spChg>
        <pc:spChg chg="add del mod">
          <ac:chgData name="Liang Zhao-Xun (Prof)" userId="92fc11c3-e03b-4154-bc0e-1b71e000b994" providerId="ADAL" clId="{349A0007-8D34-5A8D-BA6C-77A38C5EA896}" dt="2026-02-28T02:39:59.908" v="379"/>
          <ac:spMkLst>
            <pc:docMk/>
            <pc:sldMk cId="326746737" sldId="262"/>
            <ac:spMk id="7" creationId="{5B11720B-74B3-E5AF-CF98-BAF366C6FB34}"/>
          </ac:spMkLst>
        </pc:spChg>
        <pc:graphicFrameChg chg="add mod modGraphic">
          <ac:chgData name="Liang Zhao-Xun (Prof)" userId="92fc11c3-e03b-4154-bc0e-1b71e000b994" providerId="ADAL" clId="{349A0007-8D34-5A8D-BA6C-77A38C5EA896}" dt="2026-02-28T02:44:24.785" v="445" actId="1076"/>
          <ac:graphicFrameMkLst>
            <pc:docMk/>
            <pc:sldMk cId="326746737" sldId="262"/>
            <ac:graphicFrameMk id="2" creationId="{33535F72-90B1-0FE6-BCC2-0F2293BB4A70}"/>
          </ac:graphicFrameMkLst>
        </pc:graphicFrameChg>
        <pc:graphicFrameChg chg="add mod modGraphic">
          <ac:chgData name="Liang Zhao-Xun (Prof)" userId="92fc11c3-e03b-4154-bc0e-1b71e000b994" providerId="ADAL" clId="{349A0007-8D34-5A8D-BA6C-77A38C5EA896}" dt="2026-02-28T02:44:10.634" v="443" actId="1076"/>
          <ac:graphicFrameMkLst>
            <pc:docMk/>
            <pc:sldMk cId="326746737" sldId="262"/>
            <ac:graphicFrameMk id="3" creationId="{7DCE8760-105A-9819-4936-82F216AB9484}"/>
          </ac:graphicFrameMkLst>
        </pc:graphicFrameChg>
      </pc:sldChg>
      <pc:sldChg chg="modSp mod">
        <pc:chgData name="Liang Zhao-Xun (Prof)" userId="92fc11c3-e03b-4154-bc0e-1b71e000b994" providerId="ADAL" clId="{349A0007-8D34-5A8D-BA6C-77A38C5EA896}" dt="2026-02-28T02:50:19.400" v="472" actId="113"/>
        <pc:sldMkLst>
          <pc:docMk/>
          <pc:sldMk cId="3895025708" sldId="264"/>
        </pc:sldMkLst>
        <pc:spChg chg="mod">
          <ac:chgData name="Liang Zhao-Xun (Prof)" userId="92fc11c3-e03b-4154-bc0e-1b71e000b994" providerId="ADAL" clId="{349A0007-8D34-5A8D-BA6C-77A38C5EA896}" dt="2026-02-28T02:50:19.400" v="472" actId="113"/>
          <ac:spMkLst>
            <pc:docMk/>
            <pc:sldMk cId="3895025708" sldId="264"/>
            <ac:spMk id="5" creationId="{6CAB6278-01FD-2190-38CA-9FE1DC92AAE2}"/>
          </ac:spMkLst>
        </pc:spChg>
        <pc:spChg chg="mod">
          <ac:chgData name="Liang Zhao-Xun (Prof)" userId="92fc11c3-e03b-4154-bc0e-1b71e000b994" providerId="ADAL" clId="{349A0007-8D34-5A8D-BA6C-77A38C5EA896}" dt="2026-02-28T02:50:13.524" v="470" actId="1076"/>
          <ac:spMkLst>
            <pc:docMk/>
            <pc:sldMk cId="3895025708" sldId="264"/>
            <ac:spMk id="9" creationId="{E22A147A-D61B-03F2-7177-31D4E6264D45}"/>
          </ac:spMkLst>
        </pc:spChg>
      </pc:sldChg>
      <pc:sldChg chg="addSp delSp modSp add del mod modAnim">
        <pc:chgData name="Liang Zhao-Xun (Prof)" userId="92fc11c3-e03b-4154-bc0e-1b71e000b994" providerId="ADAL" clId="{349A0007-8D34-5A8D-BA6C-77A38C5EA896}" dt="2026-02-28T03:34:13.761" v="626" actId="2696"/>
        <pc:sldMkLst>
          <pc:docMk/>
          <pc:sldMk cId="3670489565" sldId="265"/>
        </pc:sldMkLst>
        <pc:spChg chg="mod">
          <ac:chgData name="Liang Zhao-Xun (Prof)" userId="92fc11c3-e03b-4154-bc0e-1b71e000b994" providerId="ADAL" clId="{349A0007-8D34-5A8D-BA6C-77A38C5EA896}" dt="2026-02-28T02:46:20.382" v="452" actId="1076"/>
          <ac:spMkLst>
            <pc:docMk/>
            <pc:sldMk cId="3670489565" sldId="265"/>
            <ac:spMk id="3" creationId="{643E0159-76FF-90DE-46B5-856ADAA31238}"/>
          </ac:spMkLst>
        </pc:spChg>
        <pc:spChg chg="del">
          <ac:chgData name="Liang Zhao-Xun (Prof)" userId="92fc11c3-e03b-4154-bc0e-1b71e000b994" providerId="ADAL" clId="{349A0007-8D34-5A8D-BA6C-77A38C5EA896}" dt="2026-02-27T13:26:26.357" v="49" actId="478"/>
          <ac:spMkLst>
            <pc:docMk/>
            <pc:sldMk cId="3670489565" sldId="265"/>
            <ac:spMk id="6" creationId="{01B0C7D0-B66E-53C3-44B0-AFBC0F953C10}"/>
          </ac:spMkLst>
        </pc:spChg>
        <pc:spChg chg="add mod">
          <ac:chgData name="Liang Zhao-Xun (Prof)" userId="92fc11c3-e03b-4154-bc0e-1b71e000b994" providerId="ADAL" clId="{349A0007-8D34-5A8D-BA6C-77A38C5EA896}" dt="2026-02-28T03:28:42.605" v="603" actId="1076"/>
          <ac:spMkLst>
            <pc:docMk/>
            <pc:sldMk cId="3670489565" sldId="265"/>
            <ac:spMk id="10" creationId="{7048387D-EF26-706C-4CA9-CDDE037CA7FC}"/>
          </ac:spMkLst>
        </pc:spChg>
        <pc:spChg chg="add mod">
          <ac:chgData name="Liang Zhao-Xun (Prof)" userId="92fc11c3-e03b-4154-bc0e-1b71e000b994" providerId="ADAL" clId="{349A0007-8D34-5A8D-BA6C-77A38C5EA896}" dt="2026-02-28T03:32:12.130" v="620" actId="1076"/>
          <ac:spMkLst>
            <pc:docMk/>
            <pc:sldMk cId="3670489565" sldId="265"/>
            <ac:spMk id="12" creationId="{F9695396-E1AB-3A45-4889-89383E7E8E8C}"/>
          </ac:spMkLst>
        </pc:spChg>
        <pc:picChg chg="add del mod">
          <ac:chgData name="Liang Zhao-Xun (Prof)" userId="92fc11c3-e03b-4154-bc0e-1b71e000b994" providerId="ADAL" clId="{349A0007-8D34-5A8D-BA6C-77A38C5EA896}" dt="2026-02-28T03:29:49.195" v="607" actId="478"/>
          <ac:picMkLst>
            <pc:docMk/>
            <pc:sldMk cId="3670489565" sldId="265"/>
            <ac:picMk id="2" creationId="{FD473E56-D96A-2867-E41A-00936A6FE197}"/>
          </ac:picMkLst>
        </pc:picChg>
        <pc:picChg chg="mod modCrop">
          <ac:chgData name="Liang Zhao-Xun (Prof)" userId="92fc11c3-e03b-4154-bc0e-1b71e000b994" providerId="ADAL" clId="{349A0007-8D34-5A8D-BA6C-77A38C5EA896}" dt="2026-02-28T03:31:39.843" v="614" actId="14100"/>
          <ac:picMkLst>
            <pc:docMk/>
            <pc:sldMk cId="3670489565" sldId="265"/>
            <ac:picMk id="4" creationId="{771E8759-1EF6-9A51-9BD1-F9B9D41A127F}"/>
          </ac:picMkLst>
        </pc:picChg>
        <pc:picChg chg="del mod">
          <ac:chgData name="Liang Zhao-Xun (Prof)" userId="92fc11c3-e03b-4154-bc0e-1b71e000b994" providerId="ADAL" clId="{349A0007-8D34-5A8D-BA6C-77A38C5EA896}" dt="2026-02-28T03:27:46.783" v="591" actId="21"/>
          <ac:picMkLst>
            <pc:docMk/>
            <pc:sldMk cId="3670489565" sldId="265"/>
            <ac:picMk id="5" creationId="{9E4B48FF-067D-DCB6-E7F9-FFFB0B337930}"/>
          </ac:picMkLst>
        </pc:picChg>
        <pc:picChg chg="add mod">
          <ac:chgData name="Liang Zhao-Xun (Prof)" userId="92fc11c3-e03b-4154-bc0e-1b71e000b994" providerId="ADAL" clId="{349A0007-8D34-5A8D-BA6C-77A38C5EA896}" dt="2026-02-28T02:56:37.038" v="487"/>
          <ac:picMkLst>
            <pc:docMk/>
            <pc:sldMk cId="3670489565" sldId="265"/>
            <ac:picMk id="7" creationId="{9AE20CD9-1968-3D7F-446F-7BDA65A86712}"/>
          </ac:picMkLst>
        </pc:picChg>
        <pc:picChg chg="add mod">
          <ac:chgData name="Liang Zhao-Xun (Prof)" userId="92fc11c3-e03b-4154-bc0e-1b71e000b994" providerId="ADAL" clId="{349A0007-8D34-5A8D-BA6C-77A38C5EA896}" dt="2026-02-28T02:56:37.038" v="487"/>
          <ac:picMkLst>
            <pc:docMk/>
            <pc:sldMk cId="3670489565" sldId="265"/>
            <ac:picMk id="8" creationId="{440D6020-509D-8E2C-F789-AEBC68D4F5D4}"/>
          </ac:picMkLst>
        </pc:picChg>
        <pc:picChg chg="add mod">
          <ac:chgData name="Liang Zhao-Xun (Prof)" userId="92fc11c3-e03b-4154-bc0e-1b71e000b994" providerId="ADAL" clId="{349A0007-8D34-5A8D-BA6C-77A38C5EA896}" dt="2026-02-28T03:29:57.236" v="611" actId="1076"/>
          <ac:picMkLst>
            <pc:docMk/>
            <pc:sldMk cId="3670489565" sldId="265"/>
            <ac:picMk id="11" creationId="{45272907-E36A-3636-D571-39821F7E3EE7}"/>
          </ac:picMkLst>
        </pc:picChg>
      </pc:sldChg>
      <pc:sldChg chg="addSp delSp modSp new mod">
        <pc:chgData name="Liang Zhao-Xun (Prof)" userId="92fc11c3-e03b-4154-bc0e-1b71e000b994" providerId="ADAL" clId="{349A0007-8D34-5A8D-BA6C-77A38C5EA896}" dt="2026-02-28T03:44:39.626" v="834" actId="20577"/>
        <pc:sldMkLst>
          <pc:docMk/>
          <pc:sldMk cId="3747922955" sldId="265"/>
        </pc:sldMkLst>
        <pc:spChg chg="del">
          <ac:chgData name="Liang Zhao-Xun (Prof)" userId="92fc11c3-e03b-4154-bc0e-1b71e000b994" providerId="ADAL" clId="{349A0007-8D34-5A8D-BA6C-77A38C5EA896}" dt="2026-02-28T03:38:56.165" v="632" actId="478"/>
          <ac:spMkLst>
            <pc:docMk/>
            <pc:sldMk cId="3747922955" sldId="265"/>
            <ac:spMk id="2" creationId="{D04221C4-C5F9-D939-5F52-6165AAD85FB2}"/>
          </ac:spMkLst>
        </pc:spChg>
        <pc:spChg chg="del">
          <ac:chgData name="Liang Zhao-Xun (Prof)" userId="92fc11c3-e03b-4154-bc0e-1b71e000b994" providerId="ADAL" clId="{349A0007-8D34-5A8D-BA6C-77A38C5EA896}" dt="2026-02-28T03:38:56.165" v="632" actId="478"/>
          <ac:spMkLst>
            <pc:docMk/>
            <pc:sldMk cId="3747922955" sldId="265"/>
            <ac:spMk id="3" creationId="{F7321B03-FFCE-5FF5-644E-84C4491DF874}"/>
          </ac:spMkLst>
        </pc:spChg>
        <pc:spChg chg="add mod">
          <ac:chgData name="Liang Zhao-Xun (Prof)" userId="92fc11c3-e03b-4154-bc0e-1b71e000b994" providerId="ADAL" clId="{349A0007-8D34-5A8D-BA6C-77A38C5EA896}" dt="2026-02-28T03:39:53.607" v="663" actId="20577"/>
          <ac:spMkLst>
            <pc:docMk/>
            <pc:sldMk cId="3747922955" sldId="265"/>
            <ac:spMk id="4" creationId="{DF598E67-9A0A-2C29-0BD6-1F30151511C9}"/>
          </ac:spMkLst>
        </pc:spChg>
        <pc:spChg chg="add del mod">
          <ac:chgData name="Liang Zhao-Xun (Prof)" userId="92fc11c3-e03b-4154-bc0e-1b71e000b994" providerId="ADAL" clId="{349A0007-8D34-5A8D-BA6C-77A38C5EA896}" dt="2026-02-28T03:41:05.740" v="681"/>
          <ac:spMkLst>
            <pc:docMk/>
            <pc:sldMk cId="3747922955" sldId="265"/>
            <ac:spMk id="9" creationId="{E62B92D0-8F51-6150-F0F8-C88AE8F63B4B}"/>
          </ac:spMkLst>
        </pc:spChg>
        <pc:spChg chg="add mod">
          <ac:chgData name="Liang Zhao-Xun (Prof)" userId="92fc11c3-e03b-4154-bc0e-1b71e000b994" providerId="ADAL" clId="{349A0007-8D34-5A8D-BA6C-77A38C5EA896}" dt="2026-02-28T03:43:24.914" v="806" actId="1076"/>
          <ac:spMkLst>
            <pc:docMk/>
            <pc:sldMk cId="3747922955" sldId="265"/>
            <ac:spMk id="10" creationId="{CDB5CA25-0896-ADD1-7999-DFE081F965B2}"/>
          </ac:spMkLst>
        </pc:spChg>
        <pc:spChg chg="add mod">
          <ac:chgData name="Liang Zhao-Xun (Prof)" userId="92fc11c3-e03b-4154-bc0e-1b71e000b994" providerId="ADAL" clId="{349A0007-8D34-5A8D-BA6C-77A38C5EA896}" dt="2026-02-28T03:43:39.058" v="809" actId="1076"/>
          <ac:spMkLst>
            <pc:docMk/>
            <pc:sldMk cId="3747922955" sldId="265"/>
            <ac:spMk id="11" creationId="{5CC2880E-B109-0C22-4CA5-EAEA14FCCE84}"/>
          </ac:spMkLst>
        </pc:spChg>
        <pc:spChg chg="add mod">
          <ac:chgData name="Liang Zhao-Xun (Prof)" userId="92fc11c3-e03b-4154-bc0e-1b71e000b994" providerId="ADAL" clId="{349A0007-8D34-5A8D-BA6C-77A38C5EA896}" dt="2026-02-28T03:43:44.544" v="810" actId="1076"/>
          <ac:spMkLst>
            <pc:docMk/>
            <pc:sldMk cId="3747922955" sldId="265"/>
            <ac:spMk id="14" creationId="{082A2DB5-DE7D-19DF-0282-CC8DA2601EE5}"/>
          </ac:spMkLst>
        </pc:spChg>
        <pc:spChg chg="add mod">
          <ac:chgData name="Liang Zhao-Xun (Prof)" userId="92fc11c3-e03b-4154-bc0e-1b71e000b994" providerId="ADAL" clId="{349A0007-8D34-5A8D-BA6C-77A38C5EA896}" dt="2026-02-28T03:43:50.567" v="811" actId="1076"/>
          <ac:spMkLst>
            <pc:docMk/>
            <pc:sldMk cId="3747922955" sldId="265"/>
            <ac:spMk id="17" creationId="{AE8663C3-9EC5-7FC0-63AF-C0D503EF7A95}"/>
          </ac:spMkLst>
        </pc:spChg>
        <pc:spChg chg="add mod">
          <ac:chgData name="Liang Zhao-Xun (Prof)" userId="92fc11c3-e03b-4154-bc0e-1b71e000b994" providerId="ADAL" clId="{349A0007-8D34-5A8D-BA6C-77A38C5EA896}" dt="2026-02-28T03:44:39.626" v="834" actId="20577"/>
          <ac:spMkLst>
            <pc:docMk/>
            <pc:sldMk cId="3747922955" sldId="265"/>
            <ac:spMk id="20" creationId="{8A230474-4797-578D-275F-B12232863111}"/>
          </ac:spMkLst>
        </pc:spChg>
        <pc:picChg chg="add mod">
          <ac:chgData name="Liang Zhao-Xun (Prof)" userId="92fc11c3-e03b-4154-bc0e-1b71e000b994" providerId="ADAL" clId="{349A0007-8D34-5A8D-BA6C-77A38C5EA896}" dt="2026-02-28T03:43:24.914" v="806" actId="1076"/>
          <ac:picMkLst>
            <pc:docMk/>
            <pc:sldMk cId="3747922955" sldId="265"/>
            <ac:picMk id="6" creationId="{66FB25DE-2095-AD61-CAE9-F240B9917A4D}"/>
          </ac:picMkLst>
        </pc:picChg>
        <pc:picChg chg="add mod modCrop">
          <ac:chgData name="Liang Zhao-Xun (Prof)" userId="92fc11c3-e03b-4154-bc0e-1b71e000b994" providerId="ADAL" clId="{349A0007-8D34-5A8D-BA6C-77A38C5EA896}" dt="2026-02-28T03:43:37.257" v="808" actId="732"/>
          <ac:picMkLst>
            <pc:docMk/>
            <pc:sldMk cId="3747922955" sldId="265"/>
            <ac:picMk id="8" creationId="{39DD6B3C-EEF5-CF42-B152-91B9D5CB8EF9}"/>
          </ac:picMkLst>
        </pc:picChg>
        <pc:picChg chg="add mod">
          <ac:chgData name="Liang Zhao-Xun (Prof)" userId="92fc11c3-e03b-4154-bc0e-1b71e000b994" providerId="ADAL" clId="{349A0007-8D34-5A8D-BA6C-77A38C5EA896}" dt="2026-02-28T03:43:44.544" v="810" actId="1076"/>
          <ac:picMkLst>
            <pc:docMk/>
            <pc:sldMk cId="3747922955" sldId="265"/>
            <ac:picMk id="13" creationId="{D4577457-AF61-94C1-4938-84A2C68889F6}"/>
          </ac:picMkLst>
        </pc:picChg>
        <pc:picChg chg="add mod">
          <ac:chgData name="Liang Zhao-Xun (Prof)" userId="92fc11c3-e03b-4154-bc0e-1b71e000b994" providerId="ADAL" clId="{349A0007-8D34-5A8D-BA6C-77A38C5EA896}" dt="2026-02-28T03:43:50.567" v="811" actId="1076"/>
          <ac:picMkLst>
            <pc:docMk/>
            <pc:sldMk cId="3747922955" sldId="265"/>
            <ac:picMk id="16" creationId="{204D73E3-AF63-359A-84BD-09BA7147065E}"/>
          </ac:picMkLst>
        </pc:picChg>
        <pc:picChg chg="add mod modCrop">
          <ac:chgData name="Liang Zhao-Xun (Prof)" userId="92fc11c3-e03b-4154-bc0e-1b71e000b994" providerId="ADAL" clId="{349A0007-8D34-5A8D-BA6C-77A38C5EA896}" dt="2026-02-28T03:44:24.183" v="819" actId="1076"/>
          <ac:picMkLst>
            <pc:docMk/>
            <pc:sldMk cId="3747922955" sldId="265"/>
            <ac:picMk id="19" creationId="{AD2F8D76-62B5-F7E2-E2CA-9B48C5E02D9B}"/>
          </ac:picMkLst>
        </pc:picChg>
      </pc:sldChg>
      <pc:sldChg chg="addSp delSp modSp new mod">
        <pc:chgData name="Liang Zhao-Xun (Prof)" userId="92fc11c3-e03b-4154-bc0e-1b71e000b994" providerId="ADAL" clId="{349A0007-8D34-5A8D-BA6C-77A38C5EA896}" dt="2026-02-28T03:49:36.887" v="925" actId="21"/>
        <pc:sldMkLst>
          <pc:docMk/>
          <pc:sldMk cId="1589193187" sldId="266"/>
        </pc:sldMkLst>
        <pc:spChg chg="del">
          <ac:chgData name="Liang Zhao-Xun (Prof)" userId="92fc11c3-e03b-4154-bc0e-1b71e000b994" providerId="ADAL" clId="{349A0007-8D34-5A8D-BA6C-77A38C5EA896}" dt="2026-02-28T03:45:04.512" v="837" actId="478"/>
          <ac:spMkLst>
            <pc:docMk/>
            <pc:sldMk cId="1589193187" sldId="266"/>
            <ac:spMk id="2" creationId="{E6C931B5-B717-3760-A3EA-D7B3C6CC0382}"/>
          </ac:spMkLst>
        </pc:spChg>
        <pc:spChg chg="del">
          <ac:chgData name="Liang Zhao-Xun (Prof)" userId="92fc11c3-e03b-4154-bc0e-1b71e000b994" providerId="ADAL" clId="{349A0007-8D34-5A8D-BA6C-77A38C5EA896}" dt="2026-02-28T03:45:02.328" v="836" actId="478"/>
          <ac:spMkLst>
            <pc:docMk/>
            <pc:sldMk cId="1589193187" sldId="266"/>
            <ac:spMk id="3" creationId="{C1EBF85E-B33B-30DB-B6A2-DD3E6163CD8B}"/>
          </ac:spMkLst>
        </pc:spChg>
        <pc:spChg chg="add mod">
          <ac:chgData name="Liang Zhao-Xun (Prof)" userId="92fc11c3-e03b-4154-bc0e-1b71e000b994" providerId="ADAL" clId="{349A0007-8D34-5A8D-BA6C-77A38C5EA896}" dt="2026-02-28T03:45:43.337" v="850" actId="20577"/>
          <ac:spMkLst>
            <pc:docMk/>
            <pc:sldMk cId="1589193187" sldId="266"/>
            <ac:spMk id="6" creationId="{BD7426DC-A66A-8BB5-F717-1BD32C98276A}"/>
          </ac:spMkLst>
        </pc:spChg>
        <pc:spChg chg="add mod">
          <ac:chgData name="Liang Zhao-Xun (Prof)" userId="92fc11c3-e03b-4154-bc0e-1b71e000b994" providerId="ADAL" clId="{349A0007-8D34-5A8D-BA6C-77A38C5EA896}" dt="2026-02-28T03:46:01.845" v="860" actId="20577"/>
          <ac:spMkLst>
            <pc:docMk/>
            <pc:sldMk cId="1589193187" sldId="266"/>
            <ac:spMk id="9" creationId="{ADCFEE9B-310F-3815-64B7-36E854EECBB0}"/>
          </ac:spMkLst>
        </pc:spChg>
        <pc:spChg chg="add mod">
          <ac:chgData name="Liang Zhao-Xun (Prof)" userId="92fc11c3-e03b-4154-bc0e-1b71e000b994" providerId="ADAL" clId="{349A0007-8D34-5A8D-BA6C-77A38C5EA896}" dt="2026-02-28T03:46:37.879" v="876" actId="20577"/>
          <ac:spMkLst>
            <pc:docMk/>
            <pc:sldMk cId="1589193187" sldId="266"/>
            <ac:spMk id="12" creationId="{2F1B58F0-B35F-8E6A-0FDD-B7964E1ED974}"/>
          </ac:spMkLst>
        </pc:spChg>
        <pc:spChg chg="add mod">
          <ac:chgData name="Liang Zhao-Xun (Prof)" userId="92fc11c3-e03b-4154-bc0e-1b71e000b994" providerId="ADAL" clId="{349A0007-8D34-5A8D-BA6C-77A38C5EA896}" dt="2026-02-28T03:47:46.762" v="903" actId="1076"/>
          <ac:spMkLst>
            <pc:docMk/>
            <pc:sldMk cId="1589193187" sldId="266"/>
            <ac:spMk id="15" creationId="{E0E091AF-238C-4DBB-E816-7B26D001F5FF}"/>
          </ac:spMkLst>
        </pc:spChg>
        <pc:spChg chg="add mod">
          <ac:chgData name="Liang Zhao-Xun (Prof)" userId="92fc11c3-e03b-4154-bc0e-1b71e000b994" providerId="ADAL" clId="{349A0007-8D34-5A8D-BA6C-77A38C5EA896}" dt="2026-02-28T03:48:03.532" v="910" actId="20577"/>
          <ac:spMkLst>
            <pc:docMk/>
            <pc:sldMk cId="1589193187" sldId="266"/>
            <ac:spMk id="18" creationId="{3CC1735F-3B6D-9181-F462-68CDF4AFF148}"/>
          </ac:spMkLst>
        </pc:spChg>
        <pc:picChg chg="add mod">
          <ac:chgData name="Liang Zhao-Xun (Prof)" userId="92fc11c3-e03b-4154-bc0e-1b71e000b994" providerId="ADAL" clId="{349A0007-8D34-5A8D-BA6C-77A38C5EA896}" dt="2026-02-28T03:45:25.776" v="845" actId="1076"/>
          <ac:picMkLst>
            <pc:docMk/>
            <pc:sldMk cId="1589193187" sldId="266"/>
            <ac:picMk id="5" creationId="{A00F0FD2-C26A-34FD-2A33-78CEEA641030}"/>
          </ac:picMkLst>
        </pc:picChg>
        <pc:picChg chg="add mod">
          <ac:chgData name="Liang Zhao-Xun (Prof)" userId="92fc11c3-e03b-4154-bc0e-1b71e000b994" providerId="ADAL" clId="{349A0007-8D34-5A8D-BA6C-77A38C5EA896}" dt="2026-02-28T03:45:54.500" v="856" actId="14100"/>
          <ac:picMkLst>
            <pc:docMk/>
            <pc:sldMk cId="1589193187" sldId="266"/>
            <ac:picMk id="8" creationId="{D9CC34FD-AF66-7715-8729-64A7BAF7D913}"/>
          </ac:picMkLst>
        </pc:picChg>
        <pc:picChg chg="add mod modCrop">
          <ac:chgData name="Liang Zhao-Xun (Prof)" userId="92fc11c3-e03b-4154-bc0e-1b71e000b994" providerId="ADAL" clId="{349A0007-8D34-5A8D-BA6C-77A38C5EA896}" dt="2026-02-28T03:46:28.313" v="872" actId="14100"/>
          <ac:picMkLst>
            <pc:docMk/>
            <pc:sldMk cId="1589193187" sldId="266"/>
            <ac:picMk id="11" creationId="{4B73765D-A53C-BA6E-D63E-28DC2D364E2C}"/>
          </ac:picMkLst>
        </pc:picChg>
        <pc:picChg chg="add mod modCrop">
          <ac:chgData name="Liang Zhao-Xun (Prof)" userId="92fc11c3-e03b-4154-bc0e-1b71e000b994" providerId="ADAL" clId="{349A0007-8D34-5A8D-BA6C-77A38C5EA896}" dt="2026-02-28T03:47:44.657" v="902" actId="1076"/>
          <ac:picMkLst>
            <pc:docMk/>
            <pc:sldMk cId="1589193187" sldId="266"/>
            <ac:picMk id="14" creationId="{36ECADDA-E24A-60C9-F8F9-703872FC4B73}"/>
          </ac:picMkLst>
        </pc:picChg>
        <pc:picChg chg="add mod modCrop">
          <ac:chgData name="Liang Zhao-Xun (Prof)" userId="92fc11c3-e03b-4154-bc0e-1b71e000b994" providerId="ADAL" clId="{349A0007-8D34-5A8D-BA6C-77A38C5EA896}" dt="2026-02-28T03:47:50.890" v="906" actId="14100"/>
          <ac:picMkLst>
            <pc:docMk/>
            <pc:sldMk cId="1589193187" sldId="266"/>
            <ac:picMk id="17" creationId="{001D4909-78B1-D890-F4AA-55C142D9C67B}"/>
          </ac:picMkLst>
        </pc:picChg>
        <pc:picChg chg="add del mod modCrop">
          <ac:chgData name="Liang Zhao-Xun (Prof)" userId="92fc11c3-e03b-4154-bc0e-1b71e000b994" providerId="ADAL" clId="{349A0007-8D34-5A8D-BA6C-77A38C5EA896}" dt="2026-02-28T03:49:36.887" v="925" actId="21"/>
          <ac:picMkLst>
            <pc:docMk/>
            <pc:sldMk cId="1589193187" sldId="266"/>
            <ac:picMk id="20" creationId="{1A2471A7-692B-A323-D810-228B2CFB27CD}"/>
          </ac:picMkLst>
        </pc:picChg>
      </pc:sldChg>
      <pc:sldChg chg="addSp delSp modSp new del mod">
        <pc:chgData name="Liang Zhao-Xun (Prof)" userId="92fc11c3-e03b-4154-bc0e-1b71e000b994" providerId="ADAL" clId="{349A0007-8D34-5A8D-BA6C-77A38C5EA896}" dt="2026-02-28T03:34:14.747" v="627" actId="2696"/>
        <pc:sldMkLst>
          <pc:docMk/>
          <pc:sldMk cId="3075249964" sldId="266"/>
        </pc:sldMkLst>
        <pc:spChg chg="del">
          <ac:chgData name="Liang Zhao-Xun (Prof)" userId="92fc11c3-e03b-4154-bc0e-1b71e000b994" providerId="ADAL" clId="{349A0007-8D34-5A8D-BA6C-77A38C5EA896}" dt="2026-02-28T02:59:35.314" v="526" actId="478"/>
          <ac:spMkLst>
            <pc:docMk/>
            <pc:sldMk cId="3075249964" sldId="266"/>
            <ac:spMk id="2" creationId="{E57390E4-962F-88BE-FCE9-4E2CCC177441}"/>
          </ac:spMkLst>
        </pc:spChg>
        <pc:spChg chg="del">
          <ac:chgData name="Liang Zhao-Xun (Prof)" userId="92fc11c3-e03b-4154-bc0e-1b71e000b994" providerId="ADAL" clId="{349A0007-8D34-5A8D-BA6C-77A38C5EA896}" dt="2026-02-28T02:59:31.424" v="525" actId="478"/>
          <ac:spMkLst>
            <pc:docMk/>
            <pc:sldMk cId="3075249964" sldId="266"/>
            <ac:spMk id="3" creationId="{444E9AE2-5236-FC27-82F8-2EF8730257C8}"/>
          </ac:spMkLst>
        </pc:spChg>
        <pc:spChg chg="add mod">
          <ac:chgData name="Liang Zhao-Xun (Prof)" userId="92fc11c3-e03b-4154-bc0e-1b71e000b994" providerId="ADAL" clId="{349A0007-8D34-5A8D-BA6C-77A38C5EA896}" dt="2026-02-28T03:27:30.991" v="589" actId="1076"/>
          <ac:spMkLst>
            <pc:docMk/>
            <pc:sldMk cId="3075249964" sldId="266"/>
            <ac:spMk id="7" creationId="{9C22E07F-EFE8-5531-3A53-E3BF5E0888E7}"/>
          </ac:spMkLst>
        </pc:spChg>
        <pc:picChg chg="add del mod">
          <ac:chgData name="Liang Zhao-Xun (Prof)" userId="92fc11c3-e03b-4154-bc0e-1b71e000b994" providerId="ADAL" clId="{349A0007-8D34-5A8D-BA6C-77A38C5EA896}" dt="2026-02-28T03:05:32.615" v="530" actId="478"/>
          <ac:picMkLst>
            <pc:docMk/>
            <pc:sldMk cId="3075249964" sldId="266"/>
            <ac:picMk id="4" creationId="{FD6E7BCB-8305-1E53-EA3F-AC82B5D85B68}"/>
          </ac:picMkLst>
        </pc:picChg>
        <pc:picChg chg="add del mod">
          <ac:chgData name="Liang Zhao-Xun (Prof)" userId="92fc11c3-e03b-4154-bc0e-1b71e000b994" providerId="ADAL" clId="{349A0007-8D34-5A8D-BA6C-77A38C5EA896}" dt="2026-02-28T03:05:42.634" v="532" actId="478"/>
          <ac:picMkLst>
            <pc:docMk/>
            <pc:sldMk cId="3075249964" sldId="266"/>
            <ac:picMk id="5" creationId="{82AEF532-2EF1-A595-CB7E-F9C68F665B76}"/>
          </ac:picMkLst>
        </pc:picChg>
        <pc:picChg chg="add mod">
          <ac:chgData name="Liang Zhao-Xun (Prof)" userId="92fc11c3-e03b-4154-bc0e-1b71e000b994" providerId="ADAL" clId="{349A0007-8D34-5A8D-BA6C-77A38C5EA896}" dt="2026-02-28T03:26:09.867" v="568" actId="1076"/>
          <ac:picMkLst>
            <pc:docMk/>
            <pc:sldMk cId="3075249964" sldId="266"/>
            <ac:picMk id="6" creationId="{F69625AE-D3DA-F43A-A1B8-21C575BE8D9D}"/>
          </ac:picMkLst>
        </pc:picChg>
        <pc:picChg chg="add mod">
          <ac:chgData name="Liang Zhao-Xun (Prof)" userId="92fc11c3-e03b-4154-bc0e-1b71e000b994" providerId="ADAL" clId="{349A0007-8D34-5A8D-BA6C-77A38C5EA896}" dt="2026-02-28T03:33:22.794" v="625" actId="1076"/>
          <ac:picMkLst>
            <pc:docMk/>
            <pc:sldMk cId="3075249964" sldId="266"/>
            <ac:picMk id="8" creationId="{F2DA0CDB-F14B-1486-0083-3EF05DFAD73A}"/>
          </ac:picMkLst>
        </pc:picChg>
        <pc:picChg chg="add del mod">
          <ac:chgData name="Liang Zhao-Xun (Prof)" userId="92fc11c3-e03b-4154-bc0e-1b71e000b994" providerId="ADAL" clId="{349A0007-8D34-5A8D-BA6C-77A38C5EA896}" dt="2026-02-28T03:27:34.245" v="590" actId="478"/>
          <ac:picMkLst>
            <pc:docMk/>
            <pc:sldMk cId="3075249964" sldId="266"/>
            <ac:picMk id="9" creationId="{0D89FB78-D61E-B935-83DC-79A6E605C480}"/>
          </ac:picMkLst>
        </pc:picChg>
        <pc:picChg chg="add mod">
          <ac:chgData name="Liang Zhao-Xun (Prof)" userId="92fc11c3-e03b-4154-bc0e-1b71e000b994" providerId="ADAL" clId="{349A0007-8D34-5A8D-BA6C-77A38C5EA896}" dt="2026-02-28T03:32:24.384" v="623" actId="14100"/>
          <ac:picMkLst>
            <pc:docMk/>
            <pc:sldMk cId="3075249964" sldId="266"/>
            <ac:picMk id="10" creationId="{B55886CD-E348-817B-FEA4-61C13861A4A1}"/>
          </ac:picMkLst>
        </pc:picChg>
      </pc:sldChg>
      <pc:sldChg chg="addSp delSp modSp new mod">
        <pc:chgData name="Liang Zhao-Xun (Prof)" userId="92fc11c3-e03b-4154-bc0e-1b71e000b994" providerId="ADAL" clId="{349A0007-8D34-5A8D-BA6C-77A38C5EA896}" dt="2026-02-28T03:50:30.451" v="946" actId="1076"/>
        <pc:sldMkLst>
          <pc:docMk/>
          <pc:sldMk cId="1034775017" sldId="267"/>
        </pc:sldMkLst>
        <pc:spChg chg="del">
          <ac:chgData name="Liang Zhao-Xun (Prof)" userId="92fc11c3-e03b-4154-bc0e-1b71e000b994" providerId="ADAL" clId="{349A0007-8D34-5A8D-BA6C-77A38C5EA896}" dt="2026-02-28T03:49:33.296" v="924" actId="478"/>
          <ac:spMkLst>
            <pc:docMk/>
            <pc:sldMk cId="1034775017" sldId="267"/>
            <ac:spMk id="2" creationId="{0D0C6854-8FC2-5799-70E0-2565963A72B4}"/>
          </ac:spMkLst>
        </pc:spChg>
        <pc:spChg chg="del">
          <ac:chgData name="Liang Zhao-Xun (Prof)" userId="92fc11c3-e03b-4154-bc0e-1b71e000b994" providerId="ADAL" clId="{349A0007-8D34-5A8D-BA6C-77A38C5EA896}" dt="2026-02-28T03:49:31.769" v="923" actId="478"/>
          <ac:spMkLst>
            <pc:docMk/>
            <pc:sldMk cId="1034775017" sldId="267"/>
            <ac:spMk id="3" creationId="{6A4962BF-5877-0CB1-7C42-AD2189AADA9B}"/>
          </ac:spMkLst>
        </pc:spChg>
        <pc:spChg chg="add mod">
          <ac:chgData name="Liang Zhao-Xun (Prof)" userId="92fc11c3-e03b-4154-bc0e-1b71e000b994" providerId="ADAL" clId="{349A0007-8D34-5A8D-BA6C-77A38C5EA896}" dt="2026-02-28T03:50:30.451" v="946" actId="1076"/>
          <ac:spMkLst>
            <pc:docMk/>
            <pc:sldMk cId="1034775017" sldId="267"/>
            <ac:spMk id="5" creationId="{672A5874-FCC9-B489-110C-6E6F85E0997B}"/>
          </ac:spMkLst>
        </pc:spChg>
        <pc:spChg chg="add mod">
          <ac:chgData name="Liang Zhao-Xun (Prof)" userId="92fc11c3-e03b-4154-bc0e-1b71e000b994" providerId="ADAL" clId="{349A0007-8D34-5A8D-BA6C-77A38C5EA896}" dt="2026-02-28T03:50:28.787" v="945" actId="1076"/>
          <ac:spMkLst>
            <pc:docMk/>
            <pc:sldMk cId="1034775017" sldId="267"/>
            <ac:spMk id="8" creationId="{80E98768-7BEA-9C33-882E-FF44C40EDCD2}"/>
          </ac:spMkLst>
        </pc:spChg>
        <pc:picChg chg="add mod">
          <ac:chgData name="Liang Zhao-Xun (Prof)" userId="92fc11c3-e03b-4154-bc0e-1b71e000b994" providerId="ADAL" clId="{349A0007-8D34-5A8D-BA6C-77A38C5EA896}" dt="2026-02-28T03:50:23.972" v="943" actId="14100"/>
          <ac:picMkLst>
            <pc:docMk/>
            <pc:sldMk cId="1034775017" sldId="267"/>
            <ac:picMk id="4" creationId="{8976013E-3AE2-4B3C-A0C9-86D83A65681D}"/>
          </ac:picMkLst>
        </pc:picChg>
        <pc:picChg chg="add mod">
          <ac:chgData name="Liang Zhao-Xun (Prof)" userId="92fc11c3-e03b-4154-bc0e-1b71e000b994" providerId="ADAL" clId="{349A0007-8D34-5A8D-BA6C-77A38C5EA896}" dt="2026-02-28T03:50:26.603" v="944" actId="14100"/>
          <ac:picMkLst>
            <pc:docMk/>
            <pc:sldMk cId="1034775017" sldId="267"/>
            <ac:picMk id="7" creationId="{0A05410A-BC91-024D-35E9-D626D465C60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26495" y="2356703"/>
            <a:ext cx="5966936" cy="5013407"/>
          </a:xfrm>
        </p:spPr>
        <p:txBody>
          <a:bodyPr anchor="b"/>
          <a:lstStyle>
            <a:lvl1pPr algn="ctr">
              <a:defRPr sz="4606"/>
            </a:lvl1pPr>
          </a:lstStyle>
          <a:p>
            <a:r>
              <a:rPr lang="en-US"/>
              <a:t>Click to edit Master title style</a:t>
            </a:r>
            <a:endParaRPr lang="en-US" dirty="0"/>
          </a:p>
        </p:txBody>
      </p:sp>
      <p:sp>
        <p:nvSpPr>
          <p:cNvPr id="3" name="Subtitle 2"/>
          <p:cNvSpPr>
            <a:spLocks noGrp="1"/>
          </p:cNvSpPr>
          <p:nvPr>
            <p:ph type="subTitle" idx="1"/>
          </p:nvPr>
        </p:nvSpPr>
        <p:spPr>
          <a:xfrm>
            <a:off x="877491" y="7563446"/>
            <a:ext cx="5264944" cy="3476717"/>
          </a:xfrm>
        </p:spPr>
        <p:txBody>
          <a:bodyPr/>
          <a:lstStyle>
            <a:lvl1pPr marL="0" indent="0" algn="ctr">
              <a:buNone/>
              <a:defRPr sz="1842"/>
            </a:lvl1pPr>
            <a:lvl2pPr marL="350992" indent="0" algn="ctr">
              <a:buNone/>
              <a:defRPr sz="1535"/>
            </a:lvl2pPr>
            <a:lvl3pPr marL="701985" indent="0" algn="ctr">
              <a:buNone/>
              <a:defRPr sz="1382"/>
            </a:lvl3pPr>
            <a:lvl4pPr marL="1052977" indent="0" algn="ctr">
              <a:buNone/>
              <a:defRPr sz="1228"/>
            </a:lvl4pPr>
            <a:lvl5pPr marL="1403970" indent="0" algn="ctr">
              <a:buNone/>
              <a:defRPr sz="1228"/>
            </a:lvl5pPr>
            <a:lvl6pPr marL="1754962" indent="0" algn="ctr">
              <a:buNone/>
              <a:defRPr sz="1228"/>
            </a:lvl6pPr>
            <a:lvl7pPr marL="2105955" indent="0" algn="ctr">
              <a:buNone/>
              <a:defRPr sz="1228"/>
            </a:lvl7pPr>
            <a:lvl8pPr marL="2456947" indent="0" algn="ctr">
              <a:buNone/>
              <a:defRPr sz="1228"/>
            </a:lvl8pPr>
            <a:lvl9pPr marL="2807940" indent="0" algn="ctr">
              <a:buNone/>
              <a:defRPr sz="122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929EAF-2A66-4A98-83F3-70CC31B787FC}" type="datetimeFigureOut">
              <a:rPr lang="en-SG" smtClean="0"/>
              <a:t>28/2/26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FDA6327F-55FD-4A55-80ED-8302F7EBDFE1}" type="slidenum">
              <a:rPr lang="en-SG" smtClean="0"/>
              <a:t>‹#›</a:t>
            </a:fld>
            <a:endParaRPr lang="en-SG"/>
          </a:p>
        </p:txBody>
      </p:sp>
    </p:spTree>
    <p:extLst>
      <p:ext uri="{BB962C8B-B14F-4D97-AF65-F5344CB8AC3E}">
        <p14:creationId xmlns:p14="http://schemas.microsoft.com/office/powerpoint/2010/main" val="3245249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929EAF-2A66-4A98-83F3-70CC31B787FC}" type="datetimeFigureOut">
              <a:rPr lang="en-SG" smtClean="0"/>
              <a:t>28/2/26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FDA6327F-55FD-4A55-80ED-8302F7EBDFE1}" type="slidenum">
              <a:rPr lang="en-SG" smtClean="0"/>
              <a:t>‹#›</a:t>
            </a:fld>
            <a:endParaRPr lang="en-SG"/>
          </a:p>
        </p:txBody>
      </p:sp>
    </p:spTree>
    <p:extLst>
      <p:ext uri="{BB962C8B-B14F-4D97-AF65-F5344CB8AC3E}">
        <p14:creationId xmlns:p14="http://schemas.microsoft.com/office/powerpoint/2010/main" val="797125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78964" y="3590057"/>
            <a:ext cx="6054685" cy="5990088"/>
          </a:xfrm>
        </p:spPr>
        <p:txBody>
          <a:bodyPr anchor="b"/>
          <a:lstStyle>
            <a:lvl1pPr>
              <a:defRPr sz="4606"/>
            </a:lvl1pPr>
          </a:lstStyle>
          <a:p>
            <a:r>
              <a:rPr lang="en-US"/>
              <a:t>Click to edit Master title style</a:t>
            </a:r>
            <a:endParaRPr lang="en-US" dirty="0"/>
          </a:p>
        </p:txBody>
      </p:sp>
      <p:sp>
        <p:nvSpPr>
          <p:cNvPr id="3" name="Text Placeholder 2"/>
          <p:cNvSpPr>
            <a:spLocks noGrp="1"/>
          </p:cNvSpPr>
          <p:nvPr>
            <p:ph type="body" idx="1"/>
          </p:nvPr>
        </p:nvSpPr>
        <p:spPr>
          <a:xfrm>
            <a:off x="478964" y="9636813"/>
            <a:ext cx="6054685" cy="3150046"/>
          </a:xfrm>
        </p:spPr>
        <p:txBody>
          <a:bodyPr/>
          <a:lstStyle>
            <a:lvl1pPr marL="0" indent="0">
              <a:buNone/>
              <a:defRPr sz="1842">
                <a:solidFill>
                  <a:schemeClr val="tx1">
                    <a:tint val="82000"/>
                  </a:schemeClr>
                </a:solidFill>
              </a:defRPr>
            </a:lvl1pPr>
            <a:lvl2pPr marL="350992" indent="0">
              <a:buNone/>
              <a:defRPr sz="1535">
                <a:solidFill>
                  <a:schemeClr val="tx1">
                    <a:tint val="82000"/>
                  </a:schemeClr>
                </a:solidFill>
              </a:defRPr>
            </a:lvl2pPr>
            <a:lvl3pPr marL="701985" indent="0">
              <a:buNone/>
              <a:defRPr sz="1382">
                <a:solidFill>
                  <a:schemeClr val="tx1">
                    <a:tint val="82000"/>
                  </a:schemeClr>
                </a:solidFill>
              </a:defRPr>
            </a:lvl3pPr>
            <a:lvl4pPr marL="1052977" indent="0">
              <a:buNone/>
              <a:defRPr sz="1228">
                <a:solidFill>
                  <a:schemeClr val="tx1">
                    <a:tint val="82000"/>
                  </a:schemeClr>
                </a:solidFill>
              </a:defRPr>
            </a:lvl4pPr>
            <a:lvl5pPr marL="1403970" indent="0">
              <a:buNone/>
              <a:defRPr sz="1228">
                <a:solidFill>
                  <a:schemeClr val="tx1">
                    <a:tint val="82000"/>
                  </a:schemeClr>
                </a:solidFill>
              </a:defRPr>
            </a:lvl5pPr>
            <a:lvl6pPr marL="1754962" indent="0">
              <a:buNone/>
              <a:defRPr sz="1228">
                <a:solidFill>
                  <a:schemeClr val="tx1">
                    <a:tint val="82000"/>
                  </a:schemeClr>
                </a:solidFill>
              </a:defRPr>
            </a:lvl6pPr>
            <a:lvl7pPr marL="2105955" indent="0">
              <a:buNone/>
              <a:defRPr sz="1228">
                <a:solidFill>
                  <a:schemeClr val="tx1">
                    <a:tint val="82000"/>
                  </a:schemeClr>
                </a:solidFill>
              </a:defRPr>
            </a:lvl7pPr>
            <a:lvl8pPr marL="2456947" indent="0">
              <a:buNone/>
              <a:defRPr sz="1228">
                <a:solidFill>
                  <a:schemeClr val="tx1">
                    <a:tint val="82000"/>
                  </a:schemeClr>
                </a:solidFill>
              </a:defRPr>
            </a:lvl8pPr>
            <a:lvl9pPr marL="2807940" indent="0">
              <a:buNone/>
              <a:defRPr sz="122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929EAF-2A66-4A98-83F3-70CC31B787FC}" type="datetimeFigureOut">
              <a:rPr lang="en-SG" smtClean="0"/>
              <a:t>28/2/26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FDA6327F-55FD-4A55-80ED-8302F7EBDFE1}" type="slidenum">
              <a:rPr lang="en-SG" smtClean="0"/>
              <a:t>‹#›</a:t>
            </a:fld>
            <a:endParaRPr lang="en-SG"/>
          </a:p>
        </p:txBody>
      </p:sp>
    </p:spTree>
    <p:extLst>
      <p:ext uri="{BB962C8B-B14F-4D97-AF65-F5344CB8AC3E}">
        <p14:creationId xmlns:p14="http://schemas.microsoft.com/office/powerpoint/2010/main" val="4283511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82620" y="3833390"/>
            <a:ext cx="2983468" cy="91368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553837" y="3833390"/>
            <a:ext cx="2983468" cy="91368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929EAF-2A66-4A98-83F3-70CC31B787FC}" type="datetimeFigureOut">
              <a:rPr lang="en-SG" smtClean="0"/>
              <a:t>28/2/26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FDA6327F-55FD-4A55-80ED-8302F7EBDFE1}" type="slidenum">
              <a:rPr lang="en-SG" smtClean="0"/>
              <a:t>‹#›</a:t>
            </a:fld>
            <a:endParaRPr lang="en-SG"/>
          </a:p>
        </p:txBody>
      </p:sp>
    </p:spTree>
    <p:extLst>
      <p:ext uri="{BB962C8B-B14F-4D97-AF65-F5344CB8AC3E}">
        <p14:creationId xmlns:p14="http://schemas.microsoft.com/office/powerpoint/2010/main" val="3909446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83534" y="766681"/>
            <a:ext cx="6054685" cy="27833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483535" y="3530053"/>
            <a:ext cx="2969757" cy="1730025"/>
          </a:xfrm>
        </p:spPr>
        <p:txBody>
          <a:bodyPr anchor="b"/>
          <a:lstStyle>
            <a:lvl1pPr marL="0" indent="0">
              <a:buNone/>
              <a:defRPr sz="1842" b="1"/>
            </a:lvl1pPr>
            <a:lvl2pPr marL="350992" indent="0">
              <a:buNone/>
              <a:defRPr sz="1535" b="1"/>
            </a:lvl2pPr>
            <a:lvl3pPr marL="701985" indent="0">
              <a:buNone/>
              <a:defRPr sz="1382" b="1"/>
            </a:lvl3pPr>
            <a:lvl4pPr marL="1052977" indent="0">
              <a:buNone/>
              <a:defRPr sz="1228" b="1"/>
            </a:lvl4pPr>
            <a:lvl5pPr marL="1403970" indent="0">
              <a:buNone/>
              <a:defRPr sz="1228" b="1"/>
            </a:lvl5pPr>
            <a:lvl6pPr marL="1754962" indent="0">
              <a:buNone/>
              <a:defRPr sz="1228" b="1"/>
            </a:lvl6pPr>
            <a:lvl7pPr marL="2105955" indent="0">
              <a:buNone/>
              <a:defRPr sz="1228" b="1"/>
            </a:lvl7pPr>
            <a:lvl8pPr marL="2456947" indent="0">
              <a:buNone/>
              <a:defRPr sz="1228" b="1"/>
            </a:lvl8pPr>
            <a:lvl9pPr marL="2807940" indent="0">
              <a:buNone/>
              <a:defRPr sz="1228" b="1"/>
            </a:lvl9pPr>
          </a:lstStyle>
          <a:p>
            <a:pPr lvl="0"/>
            <a:r>
              <a:rPr lang="en-US"/>
              <a:t>Click to edit Master text styles</a:t>
            </a:r>
          </a:p>
        </p:txBody>
      </p:sp>
      <p:sp>
        <p:nvSpPr>
          <p:cNvPr id="4" name="Content Placeholder 3"/>
          <p:cNvSpPr>
            <a:spLocks noGrp="1"/>
          </p:cNvSpPr>
          <p:nvPr>
            <p:ph sz="half" idx="2"/>
          </p:nvPr>
        </p:nvSpPr>
        <p:spPr>
          <a:xfrm>
            <a:off x="483535" y="5260078"/>
            <a:ext cx="2969757" cy="77367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553838" y="3530053"/>
            <a:ext cx="2984382" cy="1730025"/>
          </a:xfrm>
        </p:spPr>
        <p:txBody>
          <a:bodyPr anchor="b"/>
          <a:lstStyle>
            <a:lvl1pPr marL="0" indent="0">
              <a:buNone/>
              <a:defRPr sz="1842" b="1"/>
            </a:lvl1pPr>
            <a:lvl2pPr marL="350992" indent="0">
              <a:buNone/>
              <a:defRPr sz="1535" b="1"/>
            </a:lvl2pPr>
            <a:lvl3pPr marL="701985" indent="0">
              <a:buNone/>
              <a:defRPr sz="1382" b="1"/>
            </a:lvl3pPr>
            <a:lvl4pPr marL="1052977" indent="0">
              <a:buNone/>
              <a:defRPr sz="1228" b="1"/>
            </a:lvl4pPr>
            <a:lvl5pPr marL="1403970" indent="0">
              <a:buNone/>
              <a:defRPr sz="1228" b="1"/>
            </a:lvl5pPr>
            <a:lvl6pPr marL="1754962" indent="0">
              <a:buNone/>
              <a:defRPr sz="1228" b="1"/>
            </a:lvl6pPr>
            <a:lvl7pPr marL="2105955" indent="0">
              <a:buNone/>
              <a:defRPr sz="1228" b="1"/>
            </a:lvl7pPr>
            <a:lvl8pPr marL="2456947" indent="0">
              <a:buNone/>
              <a:defRPr sz="1228" b="1"/>
            </a:lvl8pPr>
            <a:lvl9pPr marL="2807940" indent="0">
              <a:buNone/>
              <a:defRPr sz="1228" b="1"/>
            </a:lvl9pPr>
          </a:lstStyle>
          <a:p>
            <a:pPr lvl="0"/>
            <a:r>
              <a:rPr lang="en-US"/>
              <a:t>Click to edit Master text styles</a:t>
            </a:r>
          </a:p>
        </p:txBody>
      </p:sp>
      <p:sp>
        <p:nvSpPr>
          <p:cNvPr id="6" name="Content Placeholder 5"/>
          <p:cNvSpPr>
            <a:spLocks noGrp="1"/>
          </p:cNvSpPr>
          <p:nvPr>
            <p:ph sz="quarter" idx="4"/>
          </p:nvPr>
        </p:nvSpPr>
        <p:spPr>
          <a:xfrm>
            <a:off x="3553838" y="5260078"/>
            <a:ext cx="2984382" cy="77367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929EAF-2A66-4A98-83F3-70CC31B787FC}" type="datetimeFigureOut">
              <a:rPr lang="en-SG" smtClean="0"/>
              <a:t>28/2/26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FDA6327F-55FD-4A55-80ED-8302F7EBDFE1}" type="slidenum">
              <a:rPr lang="en-SG" smtClean="0"/>
              <a:t>‹#›</a:t>
            </a:fld>
            <a:endParaRPr lang="en-SG"/>
          </a:p>
        </p:txBody>
      </p:sp>
    </p:spTree>
    <p:extLst>
      <p:ext uri="{BB962C8B-B14F-4D97-AF65-F5344CB8AC3E}">
        <p14:creationId xmlns:p14="http://schemas.microsoft.com/office/powerpoint/2010/main" val="1879248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929EAF-2A66-4A98-83F3-70CC31B787FC}" type="datetimeFigureOut">
              <a:rPr lang="en-SG" smtClean="0"/>
              <a:t>28/2/26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FDA6327F-55FD-4A55-80ED-8302F7EBDFE1}" type="slidenum">
              <a:rPr lang="en-SG" smtClean="0"/>
              <a:t>‹#›</a:t>
            </a:fld>
            <a:endParaRPr lang="en-SG"/>
          </a:p>
        </p:txBody>
      </p:sp>
    </p:spTree>
    <p:extLst>
      <p:ext uri="{BB962C8B-B14F-4D97-AF65-F5344CB8AC3E}">
        <p14:creationId xmlns:p14="http://schemas.microsoft.com/office/powerpoint/2010/main" val="8930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929EAF-2A66-4A98-83F3-70CC31B787FC}" type="datetimeFigureOut">
              <a:rPr lang="en-SG" smtClean="0"/>
              <a:t>28/2/26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FDA6327F-55FD-4A55-80ED-8302F7EBDFE1}" type="slidenum">
              <a:rPr lang="en-SG" smtClean="0"/>
              <a:t>‹#›</a:t>
            </a:fld>
            <a:endParaRPr lang="en-SG"/>
          </a:p>
        </p:txBody>
      </p:sp>
    </p:spTree>
    <p:extLst>
      <p:ext uri="{BB962C8B-B14F-4D97-AF65-F5344CB8AC3E}">
        <p14:creationId xmlns:p14="http://schemas.microsoft.com/office/powerpoint/2010/main" val="559710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83534" y="960014"/>
            <a:ext cx="2264109" cy="3360050"/>
          </a:xfrm>
        </p:spPr>
        <p:txBody>
          <a:bodyPr anchor="b"/>
          <a:lstStyle>
            <a:lvl1pPr>
              <a:defRPr sz="2457"/>
            </a:lvl1pPr>
          </a:lstStyle>
          <a:p>
            <a:r>
              <a:rPr lang="en-US"/>
              <a:t>Click to edit Master title style</a:t>
            </a:r>
            <a:endParaRPr lang="en-US" dirty="0"/>
          </a:p>
        </p:txBody>
      </p:sp>
      <p:sp>
        <p:nvSpPr>
          <p:cNvPr id="3" name="Content Placeholder 2"/>
          <p:cNvSpPr>
            <a:spLocks noGrp="1"/>
          </p:cNvSpPr>
          <p:nvPr>
            <p:ph idx="1"/>
          </p:nvPr>
        </p:nvSpPr>
        <p:spPr>
          <a:xfrm>
            <a:off x="2984382" y="2073367"/>
            <a:ext cx="3553837" cy="10233485"/>
          </a:xfrm>
        </p:spPr>
        <p:txBody>
          <a:bodyPr/>
          <a:lstStyle>
            <a:lvl1pPr>
              <a:defRPr sz="2457"/>
            </a:lvl1pPr>
            <a:lvl2pPr>
              <a:defRPr sz="2150"/>
            </a:lvl2pPr>
            <a:lvl3pPr>
              <a:defRPr sz="1842"/>
            </a:lvl3pPr>
            <a:lvl4pPr>
              <a:defRPr sz="1535"/>
            </a:lvl4pPr>
            <a:lvl5pPr>
              <a:defRPr sz="1535"/>
            </a:lvl5pPr>
            <a:lvl6pPr>
              <a:defRPr sz="1535"/>
            </a:lvl6pPr>
            <a:lvl7pPr>
              <a:defRPr sz="1535"/>
            </a:lvl7pPr>
            <a:lvl8pPr>
              <a:defRPr sz="1535"/>
            </a:lvl8pPr>
            <a:lvl9pPr>
              <a:defRPr sz="153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83534" y="4320064"/>
            <a:ext cx="2264109" cy="8003453"/>
          </a:xfrm>
        </p:spPr>
        <p:txBody>
          <a:bodyPr/>
          <a:lstStyle>
            <a:lvl1pPr marL="0" indent="0">
              <a:buNone/>
              <a:defRPr sz="1228"/>
            </a:lvl1pPr>
            <a:lvl2pPr marL="350992" indent="0">
              <a:buNone/>
              <a:defRPr sz="1075"/>
            </a:lvl2pPr>
            <a:lvl3pPr marL="701985" indent="0">
              <a:buNone/>
              <a:defRPr sz="921"/>
            </a:lvl3pPr>
            <a:lvl4pPr marL="1052977" indent="0">
              <a:buNone/>
              <a:defRPr sz="768"/>
            </a:lvl4pPr>
            <a:lvl5pPr marL="1403970" indent="0">
              <a:buNone/>
              <a:defRPr sz="768"/>
            </a:lvl5pPr>
            <a:lvl6pPr marL="1754962" indent="0">
              <a:buNone/>
              <a:defRPr sz="768"/>
            </a:lvl6pPr>
            <a:lvl7pPr marL="2105955" indent="0">
              <a:buNone/>
              <a:defRPr sz="768"/>
            </a:lvl7pPr>
            <a:lvl8pPr marL="2456947" indent="0">
              <a:buNone/>
              <a:defRPr sz="768"/>
            </a:lvl8pPr>
            <a:lvl9pPr marL="2807940" indent="0">
              <a:buNone/>
              <a:defRPr sz="768"/>
            </a:lvl9pPr>
          </a:lstStyle>
          <a:p>
            <a:pPr lvl="0"/>
            <a:r>
              <a:rPr lang="en-US"/>
              <a:t>Click to edit Master text styles</a:t>
            </a:r>
          </a:p>
        </p:txBody>
      </p:sp>
      <p:sp>
        <p:nvSpPr>
          <p:cNvPr id="5" name="Date Placeholder 4"/>
          <p:cNvSpPr>
            <a:spLocks noGrp="1"/>
          </p:cNvSpPr>
          <p:nvPr>
            <p:ph type="dt" sz="half" idx="10"/>
          </p:nvPr>
        </p:nvSpPr>
        <p:spPr/>
        <p:txBody>
          <a:bodyPr/>
          <a:lstStyle/>
          <a:p>
            <a:fld id="{84929EAF-2A66-4A98-83F3-70CC31B787FC}" type="datetimeFigureOut">
              <a:rPr lang="en-SG" smtClean="0"/>
              <a:t>28/2/26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FDA6327F-55FD-4A55-80ED-8302F7EBDFE1}" type="slidenum">
              <a:rPr lang="en-SG" smtClean="0"/>
              <a:t>‹#›</a:t>
            </a:fld>
            <a:endParaRPr lang="en-SG"/>
          </a:p>
        </p:txBody>
      </p:sp>
    </p:spTree>
    <p:extLst>
      <p:ext uri="{BB962C8B-B14F-4D97-AF65-F5344CB8AC3E}">
        <p14:creationId xmlns:p14="http://schemas.microsoft.com/office/powerpoint/2010/main" val="2534092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83534" y="960014"/>
            <a:ext cx="2264109" cy="3360050"/>
          </a:xfrm>
        </p:spPr>
        <p:txBody>
          <a:bodyPr anchor="b"/>
          <a:lstStyle>
            <a:lvl1pPr>
              <a:defRPr sz="2457"/>
            </a:lvl1pPr>
          </a:lstStyle>
          <a:p>
            <a:r>
              <a:rPr lang="en-US"/>
              <a:t>Click to edit Master title style</a:t>
            </a:r>
            <a:endParaRPr lang="en-US" dirty="0"/>
          </a:p>
        </p:txBody>
      </p:sp>
      <p:sp>
        <p:nvSpPr>
          <p:cNvPr id="3" name="Picture Placeholder 2"/>
          <p:cNvSpPr>
            <a:spLocks noGrp="1" noChangeAspect="1"/>
          </p:cNvSpPr>
          <p:nvPr>
            <p:ph type="pic" idx="1"/>
          </p:nvPr>
        </p:nvSpPr>
        <p:spPr>
          <a:xfrm>
            <a:off x="2984382" y="2073367"/>
            <a:ext cx="3553837" cy="10233485"/>
          </a:xfrm>
        </p:spPr>
        <p:txBody>
          <a:bodyPr anchor="t"/>
          <a:lstStyle>
            <a:lvl1pPr marL="0" indent="0">
              <a:buNone/>
              <a:defRPr sz="2457"/>
            </a:lvl1pPr>
            <a:lvl2pPr marL="350992" indent="0">
              <a:buNone/>
              <a:defRPr sz="2150"/>
            </a:lvl2pPr>
            <a:lvl3pPr marL="701985" indent="0">
              <a:buNone/>
              <a:defRPr sz="1842"/>
            </a:lvl3pPr>
            <a:lvl4pPr marL="1052977" indent="0">
              <a:buNone/>
              <a:defRPr sz="1535"/>
            </a:lvl4pPr>
            <a:lvl5pPr marL="1403970" indent="0">
              <a:buNone/>
              <a:defRPr sz="1535"/>
            </a:lvl5pPr>
            <a:lvl6pPr marL="1754962" indent="0">
              <a:buNone/>
              <a:defRPr sz="1535"/>
            </a:lvl6pPr>
            <a:lvl7pPr marL="2105955" indent="0">
              <a:buNone/>
              <a:defRPr sz="1535"/>
            </a:lvl7pPr>
            <a:lvl8pPr marL="2456947" indent="0">
              <a:buNone/>
              <a:defRPr sz="1535"/>
            </a:lvl8pPr>
            <a:lvl9pPr marL="2807940" indent="0">
              <a:buNone/>
              <a:defRPr sz="1535"/>
            </a:lvl9pPr>
          </a:lstStyle>
          <a:p>
            <a:r>
              <a:rPr lang="en-US"/>
              <a:t>Click icon to add picture</a:t>
            </a:r>
            <a:endParaRPr lang="en-US" dirty="0"/>
          </a:p>
        </p:txBody>
      </p:sp>
      <p:sp>
        <p:nvSpPr>
          <p:cNvPr id="4" name="Text Placeholder 3"/>
          <p:cNvSpPr>
            <a:spLocks noGrp="1"/>
          </p:cNvSpPr>
          <p:nvPr>
            <p:ph type="body" sz="half" idx="2"/>
          </p:nvPr>
        </p:nvSpPr>
        <p:spPr>
          <a:xfrm>
            <a:off x="483534" y="4320064"/>
            <a:ext cx="2264109" cy="8003453"/>
          </a:xfrm>
        </p:spPr>
        <p:txBody>
          <a:bodyPr/>
          <a:lstStyle>
            <a:lvl1pPr marL="0" indent="0">
              <a:buNone/>
              <a:defRPr sz="1228"/>
            </a:lvl1pPr>
            <a:lvl2pPr marL="350992" indent="0">
              <a:buNone/>
              <a:defRPr sz="1075"/>
            </a:lvl2pPr>
            <a:lvl3pPr marL="701985" indent="0">
              <a:buNone/>
              <a:defRPr sz="921"/>
            </a:lvl3pPr>
            <a:lvl4pPr marL="1052977" indent="0">
              <a:buNone/>
              <a:defRPr sz="768"/>
            </a:lvl4pPr>
            <a:lvl5pPr marL="1403970" indent="0">
              <a:buNone/>
              <a:defRPr sz="768"/>
            </a:lvl5pPr>
            <a:lvl6pPr marL="1754962" indent="0">
              <a:buNone/>
              <a:defRPr sz="768"/>
            </a:lvl6pPr>
            <a:lvl7pPr marL="2105955" indent="0">
              <a:buNone/>
              <a:defRPr sz="768"/>
            </a:lvl7pPr>
            <a:lvl8pPr marL="2456947" indent="0">
              <a:buNone/>
              <a:defRPr sz="768"/>
            </a:lvl8pPr>
            <a:lvl9pPr marL="2807940" indent="0">
              <a:buNone/>
              <a:defRPr sz="768"/>
            </a:lvl9pPr>
          </a:lstStyle>
          <a:p>
            <a:pPr lvl="0"/>
            <a:r>
              <a:rPr lang="en-US"/>
              <a:t>Click to edit Master text styles</a:t>
            </a:r>
          </a:p>
        </p:txBody>
      </p:sp>
      <p:sp>
        <p:nvSpPr>
          <p:cNvPr id="5" name="Date Placeholder 4"/>
          <p:cNvSpPr>
            <a:spLocks noGrp="1"/>
          </p:cNvSpPr>
          <p:nvPr>
            <p:ph type="dt" sz="half" idx="10"/>
          </p:nvPr>
        </p:nvSpPr>
        <p:spPr/>
        <p:txBody>
          <a:bodyPr/>
          <a:lstStyle/>
          <a:p>
            <a:fld id="{84929EAF-2A66-4A98-83F3-70CC31B787FC}" type="datetimeFigureOut">
              <a:rPr lang="en-SG" smtClean="0"/>
              <a:t>28/2/26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FDA6327F-55FD-4A55-80ED-8302F7EBDFE1}" type="slidenum">
              <a:rPr lang="en-SG" smtClean="0"/>
              <a:t>‹#›</a:t>
            </a:fld>
            <a:endParaRPr lang="en-SG"/>
          </a:p>
        </p:txBody>
      </p:sp>
    </p:spTree>
    <p:extLst>
      <p:ext uri="{BB962C8B-B14F-4D97-AF65-F5344CB8AC3E}">
        <p14:creationId xmlns:p14="http://schemas.microsoft.com/office/powerpoint/2010/main" val="1687141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929EAF-2A66-4A98-83F3-70CC31B787FC}" type="datetimeFigureOut">
              <a:rPr lang="en-SG" smtClean="0"/>
              <a:t>28/2/26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FDA6327F-55FD-4A55-80ED-8302F7EBDFE1}" type="slidenum">
              <a:rPr lang="en-SG" smtClean="0"/>
              <a:t>‹#›</a:t>
            </a:fld>
            <a:endParaRPr lang="en-SG"/>
          </a:p>
        </p:txBody>
      </p:sp>
    </p:spTree>
    <p:extLst>
      <p:ext uri="{BB962C8B-B14F-4D97-AF65-F5344CB8AC3E}">
        <p14:creationId xmlns:p14="http://schemas.microsoft.com/office/powerpoint/2010/main" val="913484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023634" y="766678"/>
            <a:ext cx="1513671" cy="1220351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82620" y="766678"/>
            <a:ext cx="4453265" cy="1220351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929EAF-2A66-4A98-83F3-70CC31B787FC}" type="datetimeFigureOut">
              <a:rPr lang="en-SG" smtClean="0"/>
              <a:t>28/2/26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FDA6327F-55FD-4A55-80ED-8302F7EBDFE1}" type="slidenum">
              <a:rPr lang="en-SG" smtClean="0"/>
              <a:t>‹#›</a:t>
            </a:fld>
            <a:endParaRPr lang="en-SG"/>
          </a:p>
        </p:txBody>
      </p:sp>
    </p:spTree>
    <p:extLst>
      <p:ext uri="{BB962C8B-B14F-4D97-AF65-F5344CB8AC3E}">
        <p14:creationId xmlns:p14="http://schemas.microsoft.com/office/powerpoint/2010/main" val="1980366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2620" y="766681"/>
            <a:ext cx="6054685" cy="27833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82620" y="3833390"/>
            <a:ext cx="6054685" cy="91368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82620" y="13346867"/>
            <a:ext cx="1579483" cy="766678"/>
          </a:xfrm>
          <a:prstGeom prst="rect">
            <a:avLst/>
          </a:prstGeom>
        </p:spPr>
        <p:txBody>
          <a:bodyPr vert="horz" lIns="91440" tIns="45720" rIns="91440" bIns="45720" rtlCol="0" anchor="ctr"/>
          <a:lstStyle>
            <a:lvl1pPr algn="l">
              <a:defRPr sz="921">
                <a:solidFill>
                  <a:schemeClr val="tx1">
                    <a:tint val="82000"/>
                  </a:schemeClr>
                </a:solidFill>
              </a:defRPr>
            </a:lvl1pPr>
          </a:lstStyle>
          <a:p>
            <a:fld id="{84929EAF-2A66-4A98-83F3-70CC31B787FC}" type="datetimeFigureOut">
              <a:rPr lang="en-SG" smtClean="0"/>
              <a:t>28/2/26</a:t>
            </a:fld>
            <a:endParaRPr lang="en-SG"/>
          </a:p>
        </p:txBody>
      </p:sp>
      <p:sp>
        <p:nvSpPr>
          <p:cNvPr id="5" name="Footer Placeholder 4"/>
          <p:cNvSpPr>
            <a:spLocks noGrp="1"/>
          </p:cNvSpPr>
          <p:nvPr>
            <p:ph type="ftr" sz="quarter" idx="3"/>
          </p:nvPr>
        </p:nvSpPr>
        <p:spPr>
          <a:xfrm>
            <a:off x="2325350" y="13346867"/>
            <a:ext cx="2369225" cy="766678"/>
          </a:xfrm>
          <a:prstGeom prst="rect">
            <a:avLst/>
          </a:prstGeom>
        </p:spPr>
        <p:txBody>
          <a:bodyPr vert="horz" lIns="91440" tIns="45720" rIns="91440" bIns="45720" rtlCol="0" anchor="ctr"/>
          <a:lstStyle>
            <a:lvl1pPr algn="ctr">
              <a:defRPr sz="921">
                <a:solidFill>
                  <a:schemeClr val="tx1">
                    <a:tint val="82000"/>
                  </a:schemeClr>
                </a:solidFill>
              </a:defRPr>
            </a:lvl1pPr>
          </a:lstStyle>
          <a:p>
            <a:endParaRPr lang="en-SG"/>
          </a:p>
        </p:txBody>
      </p:sp>
      <p:sp>
        <p:nvSpPr>
          <p:cNvPr id="6" name="Slide Number Placeholder 5"/>
          <p:cNvSpPr>
            <a:spLocks noGrp="1"/>
          </p:cNvSpPr>
          <p:nvPr>
            <p:ph type="sldNum" sz="quarter" idx="4"/>
          </p:nvPr>
        </p:nvSpPr>
        <p:spPr>
          <a:xfrm>
            <a:off x="4957822" y="13346867"/>
            <a:ext cx="1579483" cy="766678"/>
          </a:xfrm>
          <a:prstGeom prst="rect">
            <a:avLst/>
          </a:prstGeom>
        </p:spPr>
        <p:txBody>
          <a:bodyPr vert="horz" lIns="91440" tIns="45720" rIns="91440" bIns="45720" rtlCol="0" anchor="ctr"/>
          <a:lstStyle>
            <a:lvl1pPr algn="r">
              <a:defRPr sz="921">
                <a:solidFill>
                  <a:schemeClr val="tx1">
                    <a:tint val="82000"/>
                  </a:schemeClr>
                </a:solidFill>
              </a:defRPr>
            </a:lvl1pPr>
          </a:lstStyle>
          <a:p>
            <a:fld id="{FDA6327F-55FD-4A55-80ED-8302F7EBDFE1}" type="slidenum">
              <a:rPr lang="en-SG" smtClean="0"/>
              <a:t>‹#›</a:t>
            </a:fld>
            <a:endParaRPr lang="en-SG"/>
          </a:p>
        </p:txBody>
      </p:sp>
    </p:spTree>
    <p:extLst>
      <p:ext uri="{BB962C8B-B14F-4D97-AF65-F5344CB8AC3E}">
        <p14:creationId xmlns:p14="http://schemas.microsoft.com/office/powerpoint/2010/main" val="2653893431"/>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defTabSz="701985" rtl="0" eaLnBrk="1" latinLnBrk="0" hangingPunct="1">
        <a:lnSpc>
          <a:spcPct val="90000"/>
        </a:lnSpc>
        <a:spcBef>
          <a:spcPct val="0"/>
        </a:spcBef>
        <a:buNone/>
        <a:defRPr sz="3378" kern="1200">
          <a:solidFill>
            <a:schemeClr val="tx1"/>
          </a:solidFill>
          <a:latin typeface="+mj-lt"/>
          <a:ea typeface="+mj-ea"/>
          <a:cs typeface="+mj-cs"/>
        </a:defRPr>
      </a:lvl1pPr>
    </p:titleStyle>
    <p:bodyStyle>
      <a:lvl1pPr marL="175496" indent="-175496" algn="l" defTabSz="701985" rtl="0" eaLnBrk="1" latinLnBrk="0" hangingPunct="1">
        <a:lnSpc>
          <a:spcPct val="90000"/>
        </a:lnSpc>
        <a:spcBef>
          <a:spcPts val="768"/>
        </a:spcBef>
        <a:buFont typeface="Arial" panose="020B0604020202020204" pitchFamily="34" charset="0"/>
        <a:buChar char="•"/>
        <a:defRPr sz="2150" kern="1200">
          <a:solidFill>
            <a:schemeClr val="tx1"/>
          </a:solidFill>
          <a:latin typeface="+mn-lt"/>
          <a:ea typeface="+mn-ea"/>
          <a:cs typeface="+mn-cs"/>
        </a:defRPr>
      </a:lvl1pPr>
      <a:lvl2pPr marL="526489" indent="-175496" algn="l" defTabSz="701985" rtl="0" eaLnBrk="1" latinLnBrk="0" hangingPunct="1">
        <a:lnSpc>
          <a:spcPct val="90000"/>
        </a:lnSpc>
        <a:spcBef>
          <a:spcPts val="384"/>
        </a:spcBef>
        <a:buFont typeface="Arial" panose="020B0604020202020204" pitchFamily="34" charset="0"/>
        <a:buChar char="•"/>
        <a:defRPr sz="1842" kern="1200">
          <a:solidFill>
            <a:schemeClr val="tx1"/>
          </a:solidFill>
          <a:latin typeface="+mn-lt"/>
          <a:ea typeface="+mn-ea"/>
          <a:cs typeface="+mn-cs"/>
        </a:defRPr>
      </a:lvl2pPr>
      <a:lvl3pPr marL="877481" indent="-175496" algn="l" defTabSz="701985" rtl="0" eaLnBrk="1" latinLnBrk="0" hangingPunct="1">
        <a:lnSpc>
          <a:spcPct val="90000"/>
        </a:lnSpc>
        <a:spcBef>
          <a:spcPts val="384"/>
        </a:spcBef>
        <a:buFont typeface="Arial" panose="020B0604020202020204" pitchFamily="34" charset="0"/>
        <a:buChar char="•"/>
        <a:defRPr sz="1535" kern="1200">
          <a:solidFill>
            <a:schemeClr val="tx1"/>
          </a:solidFill>
          <a:latin typeface="+mn-lt"/>
          <a:ea typeface="+mn-ea"/>
          <a:cs typeface="+mn-cs"/>
        </a:defRPr>
      </a:lvl3pPr>
      <a:lvl4pPr marL="1228474" indent="-175496" algn="l" defTabSz="701985" rtl="0" eaLnBrk="1" latinLnBrk="0" hangingPunct="1">
        <a:lnSpc>
          <a:spcPct val="90000"/>
        </a:lnSpc>
        <a:spcBef>
          <a:spcPts val="384"/>
        </a:spcBef>
        <a:buFont typeface="Arial" panose="020B0604020202020204" pitchFamily="34" charset="0"/>
        <a:buChar char="•"/>
        <a:defRPr sz="1382" kern="1200">
          <a:solidFill>
            <a:schemeClr val="tx1"/>
          </a:solidFill>
          <a:latin typeface="+mn-lt"/>
          <a:ea typeface="+mn-ea"/>
          <a:cs typeface="+mn-cs"/>
        </a:defRPr>
      </a:lvl4pPr>
      <a:lvl5pPr marL="1579466" indent="-175496" algn="l" defTabSz="701985" rtl="0" eaLnBrk="1" latinLnBrk="0" hangingPunct="1">
        <a:lnSpc>
          <a:spcPct val="90000"/>
        </a:lnSpc>
        <a:spcBef>
          <a:spcPts val="384"/>
        </a:spcBef>
        <a:buFont typeface="Arial" panose="020B0604020202020204" pitchFamily="34" charset="0"/>
        <a:buChar char="•"/>
        <a:defRPr sz="1382" kern="1200">
          <a:solidFill>
            <a:schemeClr val="tx1"/>
          </a:solidFill>
          <a:latin typeface="+mn-lt"/>
          <a:ea typeface="+mn-ea"/>
          <a:cs typeface="+mn-cs"/>
        </a:defRPr>
      </a:lvl5pPr>
      <a:lvl6pPr marL="1930458" indent="-175496" algn="l" defTabSz="701985" rtl="0" eaLnBrk="1" latinLnBrk="0" hangingPunct="1">
        <a:lnSpc>
          <a:spcPct val="90000"/>
        </a:lnSpc>
        <a:spcBef>
          <a:spcPts val="384"/>
        </a:spcBef>
        <a:buFont typeface="Arial" panose="020B0604020202020204" pitchFamily="34" charset="0"/>
        <a:buChar char="•"/>
        <a:defRPr sz="1382" kern="1200">
          <a:solidFill>
            <a:schemeClr val="tx1"/>
          </a:solidFill>
          <a:latin typeface="+mn-lt"/>
          <a:ea typeface="+mn-ea"/>
          <a:cs typeface="+mn-cs"/>
        </a:defRPr>
      </a:lvl6pPr>
      <a:lvl7pPr marL="2281451" indent="-175496" algn="l" defTabSz="701985" rtl="0" eaLnBrk="1" latinLnBrk="0" hangingPunct="1">
        <a:lnSpc>
          <a:spcPct val="90000"/>
        </a:lnSpc>
        <a:spcBef>
          <a:spcPts val="384"/>
        </a:spcBef>
        <a:buFont typeface="Arial" panose="020B0604020202020204" pitchFamily="34" charset="0"/>
        <a:buChar char="•"/>
        <a:defRPr sz="1382" kern="1200">
          <a:solidFill>
            <a:schemeClr val="tx1"/>
          </a:solidFill>
          <a:latin typeface="+mn-lt"/>
          <a:ea typeface="+mn-ea"/>
          <a:cs typeface="+mn-cs"/>
        </a:defRPr>
      </a:lvl7pPr>
      <a:lvl8pPr marL="2632443" indent="-175496" algn="l" defTabSz="701985" rtl="0" eaLnBrk="1" latinLnBrk="0" hangingPunct="1">
        <a:lnSpc>
          <a:spcPct val="90000"/>
        </a:lnSpc>
        <a:spcBef>
          <a:spcPts val="384"/>
        </a:spcBef>
        <a:buFont typeface="Arial" panose="020B0604020202020204" pitchFamily="34" charset="0"/>
        <a:buChar char="•"/>
        <a:defRPr sz="1382" kern="1200">
          <a:solidFill>
            <a:schemeClr val="tx1"/>
          </a:solidFill>
          <a:latin typeface="+mn-lt"/>
          <a:ea typeface="+mn-ea"/>
          <a:cs typeface="+mn-cs"/>
        </a:defRPr>
      </a:lvl8pPr>
      <a:lvl9pPr marL="2983436" indent="-175496" algn="l" defTabSz="701985" rtl="0" eaLnBrk="1" latinLnBrk="0" hangingPunct="1">
        <a:lnSpc>
          <a:spcPct val="90000"/>
        </a:lnSpc>
        <a:spcBef>
          <a:spcPts val="384"/>
        </a:spcBef>
        <a:buFont typeface="Arial" panose="020B0604020202020204" pitchFamily="34" charset="0"/>
        <a:buChar char="•"/>
        <a:defRPr sz="1382" kern="1200">
          <a:solidFill>
            <a:schemeClr val="tx1"/>
          </a:solidFill>
          <a:latin typeface="+mn-lt"/>
          <a:ea typeface="+mn-ea"/>
          <a:cs typeface="+mn-cs"/>
        </a:defRPr>
      </a:lvl9pPr>
    </p:bodyStyle>
    <p:otherStyle>
      <a:defPPr>
        <a:defRPr lang="en-US"/>
      </a:defPPr>
      <a:lvl1pPr marL="0" algn="l" defTabSz="701985" rtl="0" eaLnBrk="1" latinLnBrk="0" hangingPunct="1">
        <a:defRPr sz="1382" kern="1200">
          <a:solidFill>
            <a:schemeClr val="tx1"/>
          </a:solidFill>
          <a:latin typeface="+mn-lt"/>
          <a:ea typeface="+mn-ea"/>
          <a:cs typeface="+mn-cs"/>
        </a:defRPr>
      </a:lvl1pPr>
      <a:lvl2pPr marL="350992" algn="l" defTabSz="701985" rtl="0" eaLnBrk="1" latinLnBrk="0" hangingPunct="1">
        <a:defRPr sz="1382" kern="1200">
          <a:solidFill>
            <a:schemeClr val="tx1"/>
          </a:solidFill>
          <a:latin typeface="+mn-lt"/>
          <a:ea typeface="+mn-ea"/>
          <a:cs typeface="+mn-cs"/>
        </a:defRPr>
      </a:lvl2pPr>
      <a:lvl3pPr marL="701985" algn="l" defTabSz="701985" rtl="0" eaLnBrk="1" latinLnBrk="0" hangingPunct="1">
        <a:defRPr sz="1382" kern="1200">
          <a:solidFill>
            <a:schemeClr val="tx1"/>
          </a:solidFill>
          <a:latin typeface="+mn-lt"/>
          <a:ea typeface="+mn-ea"/>
          <a:cs typeface="+mn-cs"/>
        </a:defRPr>
      </a:lvl3pPr>
      <a:lvl4pPr marL="1052977" algn="l" defTabSz="701985" rtl="0" eaLnBrk="1" latinLnBrk="0" hangingPunct="1">
        <a:defRPr sz="1382" kern="1200">
          <a:solidFill>
            <a:schemeClr val="tx1"/>
          </a:solidFill>
          <a:latin typeface="+mn-lt"/>
          <a:ea typeface="+mn-ea"/>
          <a:cs typeface="+mn-cs"/>
        </a:defRPr>
      </a:lvl4pPr>
      <a:lvl5pPr marL="1403970" algn="l" defTabSz="701985" rtl="0" eaLnBrk="1" latinLnBrk="0" hangingPunct="1">
        <a:defRPr sz="1382" kern="1200">
          <a:solidFill>
            <a:schemeClr val="tx1"/>
          </a:solidFill>
          <a:latin typeface="+mn-lt"/>
          <a:ea typeface="+mn-ea"/>
          <a:cs typeface="+mn-cs"/>
        </a:defRPr>
      </a:lvl5pPr>
      <a:lvl6pPr marL="1754962" algn="l" defTabSz="701985" rtl="0" eaLnBrk="1" latinLnBrk="0" hangingPunct="1">
        <a:defRPr sz="1382" kern="1200">
          <a:solidFill>
            <a:schemeClr val="tx1"/>
          </a:solidFill>
          <a:latin typeface="+mn-lt"/>
          <a:ea typeface="+mn-ea"/>
          <a:cs typeface="+mn-cs"/>
        </a:defRPr>
      </a:lvl6pPr>
      <a:lvl7pPr marL="2105955" algn="l" defTabSz="701985" rtl="0" eaLnBrk="1" latinLnBrk="0" hangingPunct="1">
        <a:defRPr sz="1382" kern="1200">
          <a:solidFill>
            <a:schemeClr val="tx1"/>
          </a:solidFill>
          <a:latin typeface="+mn-lt"/>
          <a:ea typeface="+mn-ea"/>
          <a:cs typeface="+mn-cs"/>
        </a:defRPr>
      </a:lvl7pPr>
      <a:lvl8pPr marL="2456947" algn="l" defTabSz="701985" rtl="0" eaLnBrk="1" latinLnBrk="0" hangingPunct="1">
        <a:defRPr sz="1382" kern="1200">
          <a:solidFill>
            <a:schemeClr val="tx1"/>
          </a:solidFill>
          <a:latin typeface="+mn-lt"/>
          <a:ea typeface="+mn-ea"/>
          <a:cs typeface="+mn-cs"/>
        </a:defRPr>
      </a:lvl8pPr>
      <a:lvl9pPr marL="2807940" algn="l" defTabSz="701985" rtl="0" eaLnBrk="1" latinLnBrk="0" hangingPunct="1">
        <a:defRPr sz="138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3.jpeg"/><Relationship Id="rId3" Type="http://schemas.openxmlformats.org/officeDocument/2006/relationships/image" Target="../media/image4.jpeg"/><Relationship Id="rId7" Type="http://schemas.openxmlformats.org/officeDocument/2006/relationships/image" Target="../media/image8.jpeg"/><Relationship Id="rId12" Type="http://schemas.openxmlformats.org/officeDocument/2006/relationships/image" Target="../media/image12.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11" Type="http://schemas.openxmlformats.org/officeDocument/2006/relationships/image" Target="../media/image11.jpeg"/><Relationship Id="rId5" Type="http://schemas.openxmlformats.org/officeDocument/2006/relationships/image" Target="../media/image6.jpeg"/><Relationship Id="rId10" Type="http://schemas.openxmlformats.org/officeDocument/2006/relationships/hyperlink" Target="https://dr.ntu.edu.sg/items/0178737e-8e3f-4ff1-a47e-25e0dd7721eb" TargetMode="External"/><Relationship Id="rId4" Type="http://schemas.openxmlformats.org/officeDocument/2006/relationships/image" Target="../media/image5.jpeg"/><Relationship Id="rId9" Type="http://schemas.openxmlformats.org/officeDocument/2006/relationships/image" Target="../media/image10.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jpeg"/></Relationships>
</file>

<file path=ppt/slides/_rels/slide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r.ntu.edu.sg/cris/rp/rp00358" TargetMode="External"/><Relationship Id="rId2" Type="http://schemas.openxmlformats.org/officeDocument/2006/relationships/hyperlink" Target="mailto:zxliang@ntu.edu.s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1B95ACB-B3C4-AED9-5A7A-BF3631365379}"/>
              </a:ext>
            </a:extLst>
          </p:cNvPr>
          <p:cNvPicPr>
            <a:picLocks noChangeAspect="1"/>
          </p:cNvPicPr>
          <p:nvPr/>
        </p:nvPicPr>
        <p:blipFill>
          <a:blip r:embed="rId2">
            <a:alphaModFix amt="70000"/>
            <a:duotone>
              <a:schemeClr val="accent1">
                <a:shade val="45000"/>
                <a:satMod val="135000"/>
              </a:schemeClr>
              <a:prstClr val="white"/>
            </a:duotone>
            <a:extLst>
              <a:ext uri="{BEBA8EAE-BF5A-486C-A8C5-ECC9F3942E4B}">
                <a14:imgProps xmlns:a14="http://schemas.microsoft.com/office/drawing/2010/main">
                  <a14:imgLayer r:embed="rId3">
                    <a14:imgEffect>
                      <a14:artisticBlur/>
                    </a14:imgEffect>
                    <a14:imgEffect>
                      <a14:brightnessContrast bright="40000" contrast="20000"/>
                    </a14:imgEffect>
                  </a14:imgLayer>
                </a14:imgProps>
              </a:ext>
            </a:extLst>
          </a:blip>
          <a:stretch>
            <a:fillRect/>
          </a:stretch>
        </p:blipFill>
        <p:spPr>
          <a:xfrm>
            <a:off x="-529" y="0"/>
            <a:ext cx="7020454" cy="10459043"/>
          </a:xfrm>
          <a:prstGeom prst="rect">
            <a:avLst/>
          </a:prstGeom>
        </p:spPr>
      </p:pic>
      <p:sp>
        <p:nvSpPr>
          <p:cNvPr id="2" name="TextBox 1">
            <a:extLst>
              <a:ext uri="{FF2B5EF4-FFF2-40B4-BE49-F238E27FC236}">
                <a16:creationId xmlns:a16="http://schemas.microsoft.com/office/drawing/2014/main" id="{A442061B-1BCA-BB08-FF31-91CE609FA4ED}"/>
              </a:ext>
            </a:extLst>
          </p:cNvPr>
          <p:cNvSpPr txBox="1"/>
          <p:nvPr/>
        </p:nvSpPr>
        <p:spPr>
          <a:xfrm>
            <a:off x="522186" y="436862"/>
            <a:ext cx="6120971" cy="400110"/>
          </a:xfrm>
          <a:prstGeom prst="rect">
            <a:avLst/>
          </a:prstGeom>
          <a:noFill/>
        </p:spPr>
        <p:txBody>
          <a:bodyPr wrap="none" rtlCol="0">
            <a:spAutoFit/>
          </a:bodyPr>
          <a:lstStyle/>
          <a:p>
            <a:r>
              <a:rPr lang="en-GB" sz="2000" b="1" dirty="0">
                <a:latin typeface="+mj-lt"/>
                <a:cs typeface="Aptos Serif" panose="02020604070405020304" pitchFamily="18" charset="0"/>
              </a:rPr>
              <a:t>The research laboratory of Zhao-Xun Liang @ SBS, NTU</a:t>
            </a:r>
            <a:endParaRPr lang="en-SG" sz="2000" b="1" dirty="0">
              <a:latin typeface="+mj-lt"/>
              <a:cs typeface="Aptos Serif" panose="02020604070405020304" pitchFamily="18" charset="0"/>
            </a:endParaRPr>
          </a:p>
        </p:txBody>
      </p:sp>
      <p:sp>
        <p:nvSpPr>
          <p:cNvPr id="3" name="TextBox 2">
            <a:extLst>
              <a:ext uri="{FF2B5EF4-FFF2-40B4-BE49-F238E27FC236}">
                <a16:creationId xmlns:a16="http://schemas.microsoft.com/office/drawing/2014/main" id="{DB812901-7E00-E9E1-A5B5-4E96F78FB4AB}"/>
              </a:ext>
            </a:extLst>
          </p:cNvPr>
          <p:cNvSpPr txBox="1"/>
          <p:nvPr/>
        </p:nvSpPr>
        <p:spPr>
          <a:xfrm>
            <a:off x="1876947" y="6076721"/>
            <a:ext cx="2993128" cy="2246769"/>
          </a:xfrm>
          <a:prstGeom prst="rect">
            <a:avLst/>
          </a:prstGeom>
          <a:noFill/>
        </p:spPr>
        <p:txBody>
          <a:bodyPr wrap="none" rtlCol="0">
            <a:spAutoFit/>
          </a:bodyPr>
          <a:lstStyle/>
          <a:p>
            <a:pPr algn="ctr"/>
            <a:r>
              <a:rPr lang="en-GB" sz="2000" dirty="0">
                <a:latin typeface="Aptos Serif" panose="02020604070405020304" pitchFamily="18" charset="0"/>
                <a:cs typeface="Aptos Serif" panose="02020604070405020304" pitchFamily="18" charset="0"/>
              </a:rPr>
              <a:t>Homepage</a:t>
            </a:r>
          </a:p>
          <a:p>
            <a:pPr algn="ctr"/>
            <a:r>
              <a:rPr lang="en-GB" sz="2000" dirty="0">
                <a:latin typeface="Aptos Serif" panose="02020604070405020304" pitchFamily="18" charset="0"/>
                <a:cs typeface="Aptos Serif" panose="02020604070405020304" pitchFamily="18" charset="0"/>
              </a:rPr>
              <a:t>Research</a:t>
            </a:r>
          </a:p>
          <a:p>
            <a:pPr algn="ctr"/>
            <a:r>
              <a:rPr lang="en-GB" sz="2000" dirty="0">
                <a:latin typeface="Aptos Serif" panose="02020604070405020304" pitchFamily="18" charset="0"/>
                <a:cs typeface="Aptos Serif" panose="02020604070405020304" pitchFamily="18" charset="0"/>
              </a:rPr>
              <a:t>Publications</a:t>
            </a:r>
          </a:p>
          <a:p>
            <a:pPr algn="ctr"/>
            <a:r>
              <a:rPr lang="en-GB" sz="2000" dirty="0">
                <a:latin typeface="Aptos Serif" panose="02020604070405020304" pitchFamily="18" charset="0"/>
                <a:cs typeface="Aptos Serif" panose="02020604070405020304" pitchFamily="18" charset="0"/>
              </a:rPr>
              <a:t>Lab members</a:t>
            </a:r>
          </a:p>
          <a:p>
            <a:pPr algn="ctr"/>
            <a:r>
              <a:rPr lang="en-GB" sz="2000" dirty="0">
                <a:latin typeface="Aptos Serif" panose="02020604070405020304" pitchFamily="18" charset="0"/>
                <a:cs typeface="Aptos Serif" panose="02020604070405020304" pitchFamily="18" charset="0"/>
              </a:rPr>
              <a:t>Alumni </a:t>
            </a:r>
          </a:p>
          <a:p>
            <a:pPr algn="ctr"/>
            <a:r>
              <a:rPr lang="en-GB" sz="2000" dirty="0">
                <a:latin typeface="Aptos Serif" panose="02020604070405020304" pitchFamily="18" charset="0"/>
                <a:cs typeface="Aptos Serif" panose="02020604070405020304" pitchFamily="18" charset="0"/>
              </a:rPr>
              <a:t>Gallery</a:t>
            </a:r>
          </a:p>
          <a:p>
            <a:pPr algn="ctr"/>
            <a:r>
              <a:rPr lang="en-GB" sz="2000" dirty="0">
                <a:latin typeface="Aptos Serif" panose="02020604070405020304" pitchFamily="18" charset="0"/>
                <a:cs typeface="Aptos Serif" panose="02020604070405020304" pitchFamily="18" charset="0"/>
              </a:rPr>
              <a:t>Job opening and contact</a:t>
            </a:r>
            <a:endParaRPr lang="en-SG" sz="2000" dirty="0">
              <a:latin typeface="Aptos Serif" panose="02020604070405020304" pitchFamily="18" charset="0"/>
              <a:cs typeface="Aptos Serif" panose="02020604070405020304" pitchFamily="18" charset="0"/>
            </a:endParaRPr>
          </a:p>
        </p:txBody>
      </p:sp>
      <p:pic>
        <p:nvPicPr>
          <p:cNvPr id="12" name="Picture 11">
            <a:extLst>
              <a:ext uri="{FF2B5EF4-FFF2-40B4-BE49-F238E27FC236}">
                <a16:creationId xmlns:a16="http://schemas.microsoft.com/office/drawing/2014/main" id="{AAA6667D-AA88-3BC3-6333-3060F5645BCF}"/>
              </a:ext>
            </a:extLst>
          </p:cNvPr>
          <p:cNvPicPr>
            <a:picLocks noChangeAspect="1"/>
          </p:cNvPicPr>
          <p:nvPr/>
        </p:nvPicPr>
        <p:blipFill>
          <a:blip r:embed="rId4"/>
          <a:stretch>
            <a:fillRect/>
          </a:stretch>
        </p:blipFill>
        <p:spPr>
          <a:xfrm>
            <a:off x="358073" y="1673943"/>
            <a:ext cx="6449198" cy="3551199"/>
          </a:xfrm>
          <a:prstGeom prst="rect">
            <a:avLst/>
          </a:prstGeom>
        </p:spPr>
      </p:pic>
    </p:spTree>
    <p:extLst>
      <p:ext uri="{BB962C8B-B14F-4D97-AF65-F5344CB8AC3E}">
        <p14:creationId xmlns:p14="http://schemas.microsoft.com/office/powerpoint/2010/main" val="449107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DA8F27C-498E-EF1F-1A8C-06B73DC2EE31}"/>
              </a:ext>
            </a:extLst>
          </p:cNvPr>
          <p:cNvSpPr txBox="1"/>
          <p:nvPr/>
        </p:nvSpPr>
        <p:spPr>
          <a:xfrm>
            <a:off x="214027" y="730542"/>
            <a:ext cx="6591869" cy="7040389"/>
          </a:xfrm>
          <a:prstGeom prst="rect">
            <a:avLst/>
          </a:prstGeom>
          <a:noFill/>
        </p:spPr>
        <p:txBody>
          <a:bodyPr wrap="square">
            <a:spAutoFit/>
          </a:bodyPr>
          <a:lstStyle/>
          <a:p>
            <a:pPr algn="just"/>
            <a:r>
              <a:rPr lang="en-GB" sz="1050" dirty="0">
                <a:latin typeface="Aptos Serif" panose="02020604070405020304" pitchFamily="18" charset="0"/>
                <a:cs typeface="Aptos Serif" panose="02020604070405020304" pitchFamily="18" charset="0"/>
              </a:rPr>
              <a:t>My laboratory investigates the enzymology, chemical logic, and molecular mechanisms that underpin natural product biosynthesis and bacterial pathogenesis. We seek to identify previously uncharacterized enzymes and pathways, define how they function at the molecular level, and use these insights to create new chemical and biological functionalities. Our research program integrates discovery-driven enzymology with pathway engineering and synthetic microbiology, and currently spans three interconnected areas:</a:t>
            </a:r>
          </a:p>
          <a:p>
            <a:pPr algn="just"/>
            <a:endParaRPr lang="en-GB" sz="1050" dirty="0">
              <a:latin typeface="Aptos Serif" panose="02020604070405020304" pitchFamily="18" charset="0"/>
              <a:cs typeface="Aptos Serif" panose="02020604070405020304" pitchFamily="18" charset="0"/>
            </a:endParaRPr>
          </a:p>
          <a:p>
            <a:pPr marL="12700" indent="-12700" algn="just">
              <a:buAutoNum type="arabicPeriod"/>
            </a:pPr>
            <a:r>
              <a:rPr lang="en-GB" sz="1050" dirty="0">
                <a:latin typeface="Aptos Serif" panose="02020604070405020304" pitchFamily="18" charset="0"/>
                <a:cs typeface="Aptos Serif" panose="02020604070405020304" pitchFamily="18" charset="0"/>
              </a:rPr>
              <a:t>Biosynthesis of natural products - Microbial specialized metabolites exhibit remarkable structural complexity and diverse bioactivities, making them a rich source of pharmaceuticals and chemical probes. The assembly of these molecules depends on highly coordinated biosynthetic enzymes that construct core scaffolds and introduce precise tailoring modifications. Advances in genome sequencing have revealed that many microorganisms encode far more biosynthetic capacity than is reflected in their known metabolites. In particular, numerous cryptic or silent biosynthetic gene clusters (BGCs) remain uncharacterized. These hidden pathways represent a substantial reservoir of unexplored enzymatic chemistry. In our lab, we maintain a collection of unique microbial strains. We sequence and mine their genomes to identify cryptic BGCs, followed by functional characterization using chemical, biochemical, and genetic approaches. By activating and reconstructing these pathways, we uncover new scaffold-forming and tailoring enzymes, define their catalytic mechanisms, and expand the known repertoire of enzymatic transformations in nature. </a:t>
            </a:r>
          </a:p>
          <a:p>
            <a:pPr marL="12700" indent="-12700" algn="just">
              <a:buAutoNum type="arabicPeriod"/>
            </a:pPr>
            <a:endParaRPr lang="en-GB" sz="1050" dirty="0">
              <a:latin typeface="Aptos Serif" panose="02020604070405020304" pitchFamily="18" charset="0"/>
              <a:cs typeface="Aptos Serif" panose="02020604070405020304" pitchFamily="18" charset="0"/>
            </a:endParaRPr>
          </a:p>
          <a:p>
            <a:pPr marL="12700" indent="-12700" algn="just">
              <a:buAutoNum type="arabicPeriod"/>
            </a:pPr>
            <a:r>
              <a:rPr lang="en-GB" sz="1050" dirty="0">
                <a:latin typeface="Aptos Serif" panose="02020604070405020304" pitchFamily="18" charset="0"/>
                <a:cs typeface="Aptos Serif" panose="02020604070405020304" pitchFamily="18" charset="0"/>
              </a:rPr>
              <a:t>Design of artificial biosynthetic pathways - Many clinically important drugs are derived from natural product scaffolds that have been chemically modified to improve potency or pharmacokinetic properties. Recent advances in DNA synthesis, genome editing, and pathway engineering now allow us to redesign biosynthesis at the genetic level. We are developing strategies to engineer or create biosynthetic pathways to generate natural product derivatives and entirely new (“non-natural”) chemical scaffolds. This approach involves modular recombination of biosynthetic gene clusters, as well as enzymatic or non-enzymatic coupling of pathway intermediates. By merging distinct biosynthetic logics, we aim to create artificial pathways that expand the chemical space. Ultimately, this work seeks to harness nature’s catalytic machinery in a programmable manner, enabling the scalable production of structurally novel compounds with potential therapeutic value.</a:t>
            </a:r>
          </a:p>
          <a:p>
            <a:pPr marL="12700" indent="-12700" algn="just">
              <a:buAutoNum type="arabicPeriod"/>
            </a:pPr>
            <a:endParaRPr lang="en-GB" sz="1050" dirty="0">
              <a:latin typeface="Aptos Serif" panose="02020604070405020304" pitchFamily="18" charset="0"/>
              <a:cs typeface="Aptos Serif" panose="02020604070405020304" pitchFamily="18" charset="0"/>
            </a:endParaRPr>
          </a:p>
          <a:p>
            <a:pPr marL="12700" indent="-12700" algn="just">
              <a:buAutoNum type="arabicPeriod"/>
            </a:pPr>
            <a:r>
              <a:rPr lang="en-GB" sz="1050" dirty="0">
                <a:latin typeface="Aptos Serif" panose="02020604070405020304" pitchFamily="18" charset="0"/>
                <a:cs typeface="Aptos Serif" panose="02020604070405020304" pitchFamily="18" charset="0"/>
              </a:rPr>
              <a:t>Cyclic dinucleotide–mediated bacterial pathogenesis - Cyclic dinucleotides such as c-di-GMP and c-di-AMP have emerged as central second messengers in many clinically significant pathogens. These messengers regulate diverse processes including virulence factor expression, motility, biofilm formation, and stress responses. Accumulating evidence indicates that cyclic dinucleotide signaling is governed by complex networks of synthases, phosphodiesterases, receptors, and effector proteins. These components operate in a tightly controlled spatiotemporal network, allowing bacteria to dynamically adapt to host environments. Our research aims to identify previously uncharacterized enzymes and effector proteins involved in cyclic dinucleotide signaling and to elucidate their mechanistic roles in infection and antibiotic resistance. By dissecting these regulatory circuits at the molecular level, we seek to reveal new vulnerabilities in pathogenic bacteria. This work has the potential to inform the development of next-generation antimicrobial strategies, including inhibitors targeting signaling proteins and approaches to disrupt biofilm formation.</a:t>
            </a:r>
          </a:p>
        </p:txBody>
      </p:sp>
      <p:sp>
        <p:nvSpPr>
          <p:cNvPr id="3" name="TextBox 2">
            <a:extLst>
              <a:ext uri="{FF2B5EF4-FFF2-40B4-BE49-F238E27FC236}">
                <a16:creationId xmlns:a16="http://schemas.microsoft.com/office/drawing/2014/main" id="{1EB2F0C7-F891-C6D5-4514-A6CF6CAECDA8}"/>
              </a:ext>
            </a:extLst>
          </p:cNvPr>
          <p:cNvSpPr txBox="1"/>
          <p:nvPr/>
        </p:nvSpPr>
        <p:spPr>
          <a:xfrm>
            <a:off x="2688083" y="279323"/>
            <a:ext cx="1324359" cy="369332"/>
          </a:xfrm>
          <a:prstGeom prst="rect">
            <a:avLst/>
          </a:prstGeom>
          <a:noFill/>
        </p:spPr>
        <p:txBody>
          <a:bodyPr wrap="square">
            <a:spAutoFit/>
          </a:bodyPr>
          <a:lstStyle/>
          <a:p>
            <a:r>
              <a:rPr lang="en-GB" b="1" dirty="0">
                <a:latin typeface="Aptos Serif" panose="02020604070405020304" pitchFamily="18" charset="0"/>
                <a:cs typeface="Aptos Serif" panose="02020604070405020304" pitchFamily="18" charset="0"/>
              </a:rPr>
              <a:t>Research </a:t>
            </a:r>
          </a:p>
        </p:txBody>
      </p:sp>
    </p:spTree>
    <p:extLst>
      <p:ext uri="{BB962C8B-B14F-4D97-AF65-F5344CB8AC3E}">
        <p14:creationId xmlns:p14="http://schemas.microsoft.com/office/powerpoint/2010/main" val="386709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CAB6278-01FD-2190-38CA-9FE1DC92AAE2}"/>
              </a:ext>
            </a:extLst>
          </p:cNvPr>
          <p:cNvSpPr txBox="1"/>
          <p:nvPr/>
        </p:nvSpPr>
        <p:spPr>
          <a:xfrm>
            <a:off x="1581589" y="172502"/>
            <a:ext cx="3512126" cy="369332"/>
          </a:xfrm>
          <a:prstGeom prst="rect">
            <a:avLst/>
          </a:prstGeom>
          <a:noFill/>
        </p:spPr>
        <p:txBody>
          <a:bodyPr wrap="square">
            <a:spAutoFit/>
          </a:bodyPr>
          <a:lstStyle/>
          <a:p>
            <a:pPr algn="ctr"/>
            <a:r>
              <a:rPr lang="en-GB" b="1" dirty="0">
                <a:latin typeface="Aptos Serif" panose="02020604070405020304" pitchFamily="18" charset="0"/>
                <a:cs typeface="Aptos Serif" panose="02020604070405020304" pitchFamily="18" charset="0"/>
              </a:rPr>
              <a:t>Publications </a:t>
            </a:r>
          </a:p>
        </p:txBody>
      </p:sp>
      <p:sp>
        <p:nvSpPr>
          <p:cNvPr id="9" name="TextBox 8">
            <a:extLst>
              <a:ext uri="{FF2B5EF4-FFF2-40B4-BE49-F238E27FC236}">
                <a16:creationId xmlns:a16="http://schemas.microsoft.com/office/drawing/2014/main" id="{E22A147A-D61B-03F2-7177-31D4E6264D45}"/>
              </a:ext>
            </a:extLst>
          </p:cNvPr>
          <p:cNvSpPr txBox="1"/>
          <p:nvPr/>
        </p:nvSpPr>
        <p:spPr>
          <a:xfrm>
            <a:off x="991534" y="1026956"/>
            <a:ext cx="4396460" cy="369332"/>
          </a:xfrm>
          <a:prstGeom prst="rect">
            <a:avLst/>
          </a:prstGeom>
          <a:noFill/>
        </p:spPr>
        <p:txBody>
          <a:bodyPr wrap="none" rtlCol="0">
            <a:spAutoFit/>
          </a:bodyPr>
          <a:lstStyle/>
          <a:p>
            <a:r>
              <a:rPr lang="en-GB" dirty="0"/>
              <a:t>Publications are attached in a separate file</a:t>
            </a:r>
            <a:endParaRPr lang="en-SG" dirty="0"/>
          </a:p>
        </p:txBody>
      </p:sp>
    </p:spTree>
    <p:extLst>
      <p:ext uri="{BB962C8B-B14F-4D97-AF65-F5344CB8AC3E}">
        <p14:creationId xmlns:p14="http://schemas.microsoft.com/office/powerpoint/2010/main" val="3895025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4BF1A8E9-9CC4-4D9C-32D1-1088346EF007}"/>
              </a:ext>
            </a:extLst>
          </p:cNvPr>
          <p:cNvGraphicFramePr>
            <a:graphicFrameLocks noGrp="1"/>
          </p:cNvGraphicFramePr>
          <p:nvPr>
            <p:extLst>
              <p:ext uri="{D42A27DB-BD31-4B8C-83A1-F6EECF244321}">
                <p14:modId xmlns:p14="http://schemas.microsoft.com/office/powerpoint/2010/main" val="761711556"/>
              </p:ext>
            </p:extLst>
          </p:nvPr>
        </p:nvGraphicFramePr>
        <p:xfrm>
          <a:off x="226796" y="2401963"/>
          <a:ext cx="6541580" cy="6311731"/>
        </p:xfrm>
        <a:graphic>
          <a:graphicData uri="http://schemas.openxmlformats.org/drawingml/2006/table">
            <a:tbl>
              <a:tblPr firstRow="1" bandRow="1">
                <a:tableStyleId>{2D5ABB26-0587-4C30-8999-92F81FD0307C}</a:tableStyleId>
              </a:tblPr>
              <a:tblGrid>
                <a:gridCol w="1635395">
                  <a:extLst>
                    <a:ext uri="{9D8B030D-6E8A-4147-A177-3AD203B41FA5}">
                      <a16:colId xmlns:a16="http://schemas.microsoft.com/office/drawing/2014/main" val="3606695534"/>
                    </a:ext>
                  </a:extLst>
                </a:gridCol>
                <a:gridCol w="1635395">
                  <a:extLst>
                    <a:ext uri="{9D8B030D-6E8A-4147-A177-3AD203B41FA5}">
                      <a16:colId xmlns:a16="http://schemas.microsoft.com/office/drawing/2014/main" val="3108156589"/>
                    </a:ext>
                  </a:extLst>
                </a:gridCol>
                <a:gridCol w="1635395">
                  <a:extLst>
                    <a:ext uri="{9D8B030D-6E8A-4147-A177-3AD203B41FA5}">
                      <a16:colId xmlns:a16="http://schemas.microsoft.com/office/drawing/2014/main" val="3142582516"/>
                    </a:ext>
                  </a:extLst>
                </a:gridCol>
                <a:gridCol w="1635395">
                  <a:extLst>
                    <a:ext uri="{9D8B030D-6E8A-4147-A177-3AD203B41FA5}">
                      <a16:colId xmlns:a16="http://schemas.microsoft.com/office/drawing/2014/main" val="3784013693"/>
                    </a:ext>
                  </a:extLst>
                </a:gridCol>
              </a:tblGrid>
              <a:tr h="2026217">
                <a:tc>
                  <a:txBody>
                    <a:bodyPr/>
                    <a:lstStyle/>
                    <a:p>
                      <a:pPr marL="0" marR="0" lvl="0" indent="0" algn="ctr" defTabSz="701985" rtl="0" eaLnBrk="1" fontAlgn="auto" latinLnBrk="0" hangingPunct="1">
                        <a:lnSpc>
                          <a:spcPct val="100000"/>
                        </a:lnSpc>
                        <a:spcBef>
                          <a:spcPts val="0"/>
                        </a:spcBef>
                        <a:spcAft>
                          <a:spcPts val="0"/>
                        </a:spcAft>
                        <a:buClrTx/>
                        <a:buSzTx/>
                        <a:buFontTx/>
                        <a:buNone/>
                        <a:tabLst/>
                        <a:defRPr/>
                      </a:pPr>
                      <a:r>
                        <a:rPr lang="en-US" sz="1100" b="0" dirty="0"/>
                        <a:t>Wang </a:t>
                      </a:r>
                      <a:r>
                        <a:rPr lang="en-US" sz="1100" b="0" dirty="0" err="1"/>
                        <a:t>Xuejiao</a:t>
                      </a:r>
                      <a:br>
                        <a:rPr lang="en-US" sz="1100" b="0" dirty="0"/>
                      </a:br>
                      <a:r>
                        <a:rPr lang="en-US" sz="1100" b="0" dirty="0"/>
                        <a:t>Research Fellow</a:t>
                      </a:r>
                    </a:p>
                    <a:p>
                      <a:pPr algn="ctr"/>
                      <a:endParaRPr lang="en-US" sz="1100" b="0" dirty="0"/>
                    </a:p>
                  </a:txBody>
                  <a:tcPr anchor="b"/>
                </a:tc>
                <a:tc>
                  <a:txBody>
                    <a:bodyPr/>
                    <a:lstStyle/>
                    <a:p>
                      <a:pPr marL="0" marR="0" lvl="0" indent="0" algn="ctr" defTabSz="701985" rtl="0" eaLnBrk="1" fontAlgn="auto" latinLnBrk="0" hangingPunct="1">
                        <a:lnSpc>
                          <a:spcPct val="100000"/>
                        </a:lnSpc>
                        <a:spcBef>
                          <a:spcPts val="0"/>
                        </a:spcBef>
                        <a:spcAft>
                          <a:spcPts val="0"/>
                        </a:spcAft>
                        <a:buClrTx/>
                        <a:buSzTx/>
                        <a:buFontTx/>
                        <a:buNone/>
                        <a:tabLst/>
                        <a:defRPr/>
                      </a:pPr>
                      <a:r>
                        <a:rPr lang="en-US" sz="1100" b="0" dirty="0"/>
                        <a:t>Hartono Candra</a:t>
                      </a:r>
                      <a:br>
                        <a:rPr lang="en-US" sz="1100" b="0" dirty="0"/>
                      </a:br>
                      <a:r>
                        <a:rPr lang="en-US" sz="1100" b="0" dirty="0"/>
                        <a:t>Research Fellow</a:t>
                      </a:r>
                    </a:p>
                    <a:p>
                      <a:pPr algn="ctr"/>
                      <a:endParaRPr lang="en-US" sz="1100" b="0" dirty="0"/>
                    </a:p>
                  </a:txBody>
                  <a:tcPr anchor="b"/>
                </a:tc>
                <a:tc>
                  <a:txBody>
                    <a:bodyPr/>
                    <a:lstStyle/>
                    <a:p>
                      <a:pPr marL="0" marR="0" lvl="0" indent="0" algn="ctr" defTabSz="701985" rtl="0" eaLnBrk="1" fontAlgn="auto" latinLnBrk="0" hangingPunct="1">
                        <a:lnSpc>
                          <a:spcPct val="100000"/>
                        </a:lnSpc>
                        <a:spcBef>
                          <a:spcPts val="0"/>
                        </a:spcBef>
                        <a:spcAft>
                          <a:spcPts val="0"/>
                        </a:spcAft>
                        <a:buClrTx/>
                        <a:buSzTx/>
                        <a:buFontTx/>
                        <a:buNone/>
                        <a:tabLst/>
                        <a:defRPr/>
                      </a:pPr>
                      <a:r>
                        <a:rPr lang="en-US" sz="1100" b="0" dirty="0"/>
                        <a:t>Tan Swee Ching</a:t>
                      </a:r>
                      <a:br>
                        <a:rPr lang="en-US" sz="1100" b="0" dirty="0"/>
                      </a:br>
                      <a:r>
                        <a:rPr lang="en-US" sz="1100" b="0" dirty="0"/>
                        <a:t>Research Assistant</a:t>
                      </a:r>
                    </a:p>
                    <a:p>
                      <a:pPr algn="ctr"/>
                      <a:endParaRPr lang="en-US" sz="1100" b="0" dirty="0"/>
                    </a:p>
                  </a:txBody>
                  <a:tcPr anchor="b"/>
                </a:tc>
                <a:tc>
                  <a:txBody>
                    <a:bodyPr/>
                    <a:lstStyle/>
                    <a:p>
                      <a:pPr marL="0" marR="0" lvl="0" indent="0" algn="ctr" defTabSz="701985" rtl="0" eaLnBrk="1" fontAlgn="auto" latinLnBrk="0" hangingPunct="1">
                        <a:lnSpc>
                          <a:spcPct val="100000"/>
                        </a:lnSpc>
                        <a:spcBef>
                          <a:spcPts val="0"/>
                        </a:spcBef>
                        <a:spcAft>
                          <a:spcPts val="0"/>
                        </a:spcAft>
                        <a:buClrTx/>
                        <a:buSzTx/>
                        <a:buFontTx/>
                        <a:buNone/>
                        <a:tabLst/>
                        <a:defRPr/>
                      </a:pPr>
                      <a:r>
                        <a:rPr lang="en-US" sz="1100" b="0" dirty="0"/>
                        <a:t>Liao </a:t>
                      </a:r>
                      <a:r>
                        <a:rPr lang="en-US" sz="1100" b="0" dirty="0" err="1"/>
                        <a:t>Yanghui</a:t>
                      </a:r>
                      <a:br>
                        <a:rPr lang="en-US" sz="1100" b="0" dirty="0"/>
                      </a:br>
                      <a:r>
                        <a:rPr lang="en-US" sz="1100" b="0" dirty="0"/>
                        <a:t>PhD Student</a:t>
                      </a:r>
                    </a:p>
                    <a:p>
                      <a:pPr algn="ctr"/>
                      <a:endParaRPr lang="en-US" sz="1100" b="0" dirty="0"/>
                    </a:p>
                  </a:txBody>
                  <a:tcPr anchor="b"/>
                </a:tc>
                <a:extLst>
                  <a:ext uri="{0D108BD9-81ED-4DB2-BD59-A6C34878D82A}">
                    <a16:rowId xmlns:a16="http://schemas.microsoft.com/office/drawing/2014/main" val="2862656668"/>
                  </a:ext>
                </a:extLst>
              </a:tr>
              <a:tr h="2388744">
                <a:tc>
                  <a:txBody>
                    <a:bodyPr/>
                    <a:lstStyle/>
                    <a:p>
                      <a:pPr algn="ctr"/>
                      <a:r>
                        <a:rPr lang="en-US" sz="1100" dirty="0"/>
                        <a:t>Huang Huawei</a:t>
                      </a:r>
                    </a:p>
                    <a:p>
                      <a:pPr algn="ctr"/>
                      <a:r>
                        <a:rPr lang="en-US" sz="1100" dirty="0"/>
                        <a:t>PhD Student  </a:t>
                      </a:r>
                    </a:p>
                    <a:p>
                      <a:pPr algn="ctr"/>
                      <a:endParaRPr lang="en-US" sz="1100" dirty="0"/>
                    </a:p>
                  </a:txBody>
                  <a:tcPr anchor="b"/>
                </a:tc>
                <a:tc>
                  <a:txBody>
                    <a:bodyPr/>
                    <a:lstStyle/>
                    <a:p>
                      <a:pPr marL="0" marR="0" lvl="0" indent="0" algn="ctr" defTabSz="701985" rtl="0" eaLnBrk="1" fontAlgn="auto" latinLnBrk="0" hangingPunct="1">
                        <a:lnSpc>
                          <a:spcPct val="100000"/>
                        </a:lnSpc>
                        <a:spcBef>
                          <a:spcPts val="0"/>
                        </a:spcBef>
                        <a:spcAft>
                          <a:spcPts val="0"/>
                        </a:spcAft>
                        <a:buClrTx/>
                        <a:buSzTx/>
                        <a:buFontTx/>
                        <a:buNone/>
                        <a:tabLst/>
                        <a:defRPr/>
                      </a:pPr>
                      <a:r>
                        <a:rPr lang="en-US" sz="1100" dirty="0"/>
                        <a:t>Srashti Khandelwal</a:t>
                      </a:r>
                      <a:br>
                        <a:rPr lang="en-US" sz="1100" dirty="0"/>
                      </a:br>
                      <a:r>
                        <a:rPr lang="en-US" sz="1100" dirty="0"/>
                        <a:t>PhD Student</a:t>
                      </a:r>
                    </a:p>
                    <a:p>
                      <a:pPr algn="ctr"/>
                      <a:endParaRPr lang="en-US" sz="1100" dirty="0"/>
                    </a:p>
                  </a:txBody>
                  <a:tcPr anchor="b"/>
                </a:tc>
                <a:tc>
                  <a:txBody>
                    <a:bodyPr/>
                    <a:lstStyle/>
                    <a:p>
                      <a:pPr marL="0" marR="0" lvl="0" indent="0" algn="ctr" defTabSz="701985" rtl="0" eaLnBrk="1" fontAlgn="auto" latinLnBrk="0" hangingPunct="1">
                        <a:lnSpc>
                          <a:spcPct val="100000"/>
                        </a:lnSpc>
                        <a:spcBef>
                          <a:spcPts val="0"/>
                        </a:spcBef>
                        <a:spcAft>
                          <a:spcPts val="0"/>
                        </a:spcAft>
                        <a:buClrTx/>
                        <a:buSzTx/>
                        <a:buFontTx/>
                        <a:buNone/>
                        <a:tabLst/>
                        <a:defRPr/>
                      </a:pPr>
                      <a:r>
                        <a:rPr lang="en-US" sz="1100" dirty="0"/>
                        <a:t>You Jiaqi</a:t>
                      </a:r>
                      <a:br>
                        <a:rPr lang="en-US" sz="1100" dirty="0"/>
                      </a:br>
                      <a:r>
                        <a:rPr lang="en-US" sz="1100" dirty="0"/>
                        <a:t>PhD Student</a:t>
                      </a:r>
                    </a:p>
                    <a:p>
                      <a:pPr algn="ctr"/>
                      <a:endParaRPr lang="en-US" sz="1100" dirty="0"/>
                    </a:p>
                  </a:txBody>
                  <a:tcPr anchor="b"/>
                </a:tc>
                <a:tc>
                  <a:txBody>
                    <a:bodyPr/>
                    <a:lstStyle/>
                    <a:p>
                      <a:pPr marL="0" marR="0" lvl="0" indent="0" algn="ctr" defTabSz="701985" rtl="0" eaLnBrk="1" fontAlgn="auto" latinLnBrk="0" hangingPunct="1">
                        <a:lnSpc>
                          <a:spcPct val="100000"/>
                        </a:lnSpc>
                        <a:spcBef>
                          <a:spcPts val="0"/>
                        </a:spcBef>
                        <a:spcAft>
                          <a:spcPts val="0"/>
                        </a:spcAft>
                        <a:buClrTx/>
                        <a:buSzTx/>
                        <a:buFontTx/>
                        <a:buNone/>
                        <a:tabLst/>
                        <a:defRPr/>
                      </a:pPr>
                      <a:r>
                        <a:rPr lang="en-US" altLang="en-US" sz="1050" b="1" dirty="0">
                          <a:solidFill>
                            <a:srgbClr val="333333"/>
                          </a:solidFill>
                        </a:rPr>
                        <a:t>Chang Shu Ting</a:t>
                      </a:r>
                      <a:br>
                        <a:rPr lang="en-US" altLang="en-US" sz="1050" dirty="0">
                          <a:solidFill>
                            <a:srgbClr val="333333"/>
                          </a:solidFill>
                        </a:rPr>
                      </a:br>
                      <a:r>
                        <a:rPr lang="en-US" altLang="en-US" sz="1050" dirty="0">
                          <a:solidFill>
                            <a:srgbClr val="333333"/>
                          </a:solidFill>
                        </a:rPr>
                        <a:t>Research Assistant</a:t>
                      </a:r>
                    </a:p>
                    <a:p>
                      <a:pPr algn="ctr"/>
                      <a:endParaRPr lang="en-US" sz="1100" dirty="0"/>
                    </a:p>
                  </a:txBody>
                  <a:tcPr anchor="b"/>
                </a:tc>
                <a:extLst>
                  <a:ext uri="{0D108BD9-81ED-4DB2-BD59-A6C34878D82A}">
                    <a16:rowId xmlns:a16="http://schemas.microsoft.com/office/drawing/2014/main" val="1730839351"/>
                  </a:ext>
                </a:extLst>
              </a:tr>
              <a:tr h="1896770">
                <a:tc>
                  <a:txBody>
                    <a:bodyPr/>
                    <a:lstStyle/>
                    <a:p>
                      <a:pPr marL="0" marR="0" lvl="0" indent="0" algn="ctr" defTabSz="701985" rtl="0" eaLnBrk="1" fontAlgn="auto" latinLnBrk="0" hangingPunct="1">
                        <a:lnSpc>
                          <a:spcPct val="100000"/>
                        </a:lnSpc>
                        <a:spcBef>
                          <a:spcPts val="0"/>
                        </a:spcBef>
                        <a:spcAft>
                          <a:spcPts val="0"/>
                        </a:spcAft>
                        <a:buClrTx/>
                        <a:buSzTx/>
                        <a:buFontTx/>
                        <a:buNone/>
                        <a:tabLst/>
                        <a:defRPr/>
                      </a:pPr>
                      <a:r>
                        <a:rPr lang="en-US" sz="1100" dirty="0"/>
                        <a:t>Sirus </a:t>
                      </a:r>
                      <a:r>
                        <a:rPr lang="en-US" sz="1100" dirty="0" err="1"/>
                        <a:t>Kongjaroon</a:t>
                      </a:r>
                      <a:br>
                        <a:rPr lang="en-US" sz="1100" dirty="0"/>
                      </a:br>
                      <a:r>
                        <a:rPr lang="en-US" sz="1100" dirty="0"/>
                        <a:t>Research Assistant</a:t>
                      </a:r>
                    </a:p>
                    <a:p>
                      <a:pPr algn="ctr"/>
                      <a:endParaRPr lang="en-US" sz="1100" dirty="0"/>
                    </a:p>
                  </a:txBody>
                  <a:tcPr anchor="b"/>
                </a:tc>
                <a:tc>
                  <a:txBody>
                    <a:bodyPr/>
                    <a:lstStyle/>
                    <a:p>
                      <a:pPr marL="0" marR="0" lvl="0" indent="0" algn="ctr" defTabSz="701985" rtl="0" eaLnBrk="1" fontAlgn="auto" latinLnBrk="0" hangingPunct="1">
                        <a:lnSpc>
                          <a:spcPct val="100000"/>
                        </a:lnSpc>
                        <a:spcBef>
                          <a:spcPts val="0"/>
                        </a:spcBef>
                        <a:spcAft>
                          <a:spcPts val="0"/>
                        </a:spcAft>
                        <a:buClrTx/>
                        <a:buSzTx/>
                        <a:buFontTx/>
                        <a:buNone/>
                        <a:tabLst/>
                        <a:defRPr/>
                      </a:pPr>
                      <a:r>
                        <a:rPr lang="en-US" sz="1100" dirty="0"/>
                        <a:t>Sun </a:t>
                      </a:r>
                      <a:r>
                        <a:rPr lang="en-US" sz="1100" dirty="0" err="1"/>
                        <a:t>Yunke</a:t>
                      </a:r>
                      <a:br>
                        <a:rPr lang="en-US" sz="1100" dirty="0"/>
                      </a:br>
                      <a:r>
                        <a:rPr lang="en-US" sz="1100" dirty="0"/>
                        <a:t>PhD Student</a:t>
                      </a:r>
                    </a:p>
                    <a:p>
                      <a:pPr algn="ctr"/>
                      <a:endParaRPr lang="en-US" sz="1100" dirty="0"/>
                    </a:p>
                  </a:txBody>
                  <a:tcPr anchor="b"/>
                </a:tc>
                <a:tc>
                  <a:txBody>
                    <a:bodyPr/>
                    <a:lstStyle/>
                    <a:p>
                      <a:pPr algn="ctr"/>
                      <a:endParaRPr lang="en-US" sz="1100" dirty="0"/>
                    </a:p>
                  </a:txBody>
                  <a:tcPr anchor="b"/>
                </a:tc>
                <a:tc>
                  <a:txBody>
                    <a:bodyPr/>
                    <a:lstStyle/>
                    <a:p>
                      <a:pPr algn="ctr"/>
                      <a:endParaRPr lang="en-US" sz="1100" dirty="0"/>
                    </a:p>
                  </a:txBody>
                  <a:tcPr anchor="b"/>
                </a:tc>
                <a:extLst>
                  <a:ext uri="{0D108BD9-81ED-4DB2-BD59-A6C34878D82A}">
                    <a16:rowId xmlns:a16="http://schemas.microsoft.com/office/drawing/2014/main" val="1263601429"/>
                  </a:ext>
                </a:extLst>
              </a:tr>
            </a:tbl>
          </a:graphicData>
        </a:graphic>
      </p:graphicFrame>
      <p:sp>
        <p:nvSpPr>
          <p:cNvPr id="5" name="TextBox 4">
            <a:extLst>
              <a:ext uri="{FF2B5EF4-FFF2-40B4-BE49-F238E27FC236}">
                <a16:creationId xmlns:a16="http://schemas.microsoft.com/office/drawing/2014/main" id="{56BACBFC-5878-4A9D-3D4A-B1D5CDE8AC69}"/>
              </a:ext>
            </a:extLst>
          </p:cNvPr>
          <p:cNvSpPr txBox="1"/>
          <p:nvPr/>
        </p:nvSpPr>
        <p:spPr>
          <a:xfrm>
            <a:off x="2579450" y="123677"/>
            <a:ext cx="1665264" cy="369332"/>
          </a:xfrm>
          <a:prstGeom prst="rect">
            <a:avLst/>
          </a:prstGeom>
          <a:noFill/>
        </p:spPr>
        <p:txBody>
          <a:bodyPr wrap="square">
            <a:spAutoFit/>
          </a:bodyPr>
          <a:lstStyle/>
          <a:p>
            <a:r>
              <a:rPr lang="en-GB" b="1" dirty="0"/>
              <a:t>Lab members</a:t>
            </a:r>
          </a:p>
        </p:txBody>
      </p:sp>
      <p:pic>
        <p:nvPicPr>
          <p:cNvPr id="1027" name="Picture 3" descr="Profile Photo of Lab Member Hartono Candra">
            <a:extLst>
              <a:ext uri="{FF2B5EF4-FFF2-40B4-BE49-F238E27FC236}">
                <a16:creationId xmlns:a16="http://schemas.microsoft.com/office/drawing/2014/main" id="{7D022F3A-EBF8-22DF-AD95-8712C090AA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6757" y="2647501"/>
            <a:ext cx="851901" cy="113586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rofile Photo of Lab Member Huang Huawei">
            <a:extLst>
              <a:ext uri="{FF2B5EF4-FFF2-40B4-BE49-F238E27FC236}">
                <a16:creationId xmlns:a16="http://schemas.microsoft.com/office/drawing/2014/main" id="{0176D27A-AEBC-8F64-4CE3-271E47D9D2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422" y="4905647"/>
            <a:ext cx="912107" cy="1216143"/>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rofile Photo of Lab Member Liao Yanghui">
            <a:extLst>
              <a:ext uri="{FF2B5EF4-FFF2-40B4-BE49-F238E27FC236}">
                <a16:creationId xmlns:a16="http://schemas.microsoft.com/office/drawing/2014/main" id="{B65E88B9-6ABD-D353-9842-BED656E287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9473" y="2645814"/>
            <a:ext cx="912107" cy="1216143"/>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rofile Photo of Lab Member Mallar Dasgupta">
            <a:extLst>
              <a:ext uri="{FF2B5EF4-FFF2-40B4-BE49-F238E27FC236}">
                <a16:creationId xmlns:a16="http://schemas.microsoft.com/office/drawing/2014/main" id="{0931791C-B9E6-6EA3-822B-FC6A4CAAAB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350" y="6903491"/>
            <a:ext cx="912107" cy="121614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rofile Photo of Lab Member Srashti Khandelwal">
            <a:extLst>
              <a:ext uri="{FF2B5EF4-FFF2-40B4-BE49-F238E27FC236}">
                <a16:creationId xmlns:a16="http://schemas.microsoft.com/office/drawing/2014/main" id="{E73F21C6-E726-736F-C5BB-1B6454EBE6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53499" y="4949756"/>
            <a:ext cx="912107" cy="1216143"/>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rofile Photo of Lab Member Sun Yunke">
            <a:extLst>
              <a:ext uri="{FF2B5EF4-FFF2-40B4-BE49-F238E27FC236}">
                <a16:creationId xmlns:a16="http://schemas.microsoft.com/office/drawing/2014/main" id="{EFF969C9-B1B3-774A-8FE7-21B0CBC9E3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53499" y="6936920"/>
            <a:ext cx="912107" cy="121614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rofile Photo of Lab Member Tan Swee Ching">
            <a:extLst>
              <a:ext uri="{FF2B5EF4-FFF2-40B4-BE49-F238E27FC236}">
                <a16:creationId xmlns:a16="http://schemas.microsoft.com/office/drawing/2014/main" id="{53EFC12C-3AF1-A887-E03E-A8ED7D7874A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51362" y="2657482"/>
            <a:ext cx="851901" cy="113586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rofile Photo of Lab Member You Jiaqi">
            <a:extLst>
              <a:ext uri="{FF2B5EF4-FFF2-40B4-BE49-F238E27FC236}">
                <a16:creationId xmlns:a16="http://schemas.microsoft.com/office/drawing/2014/main" id="{C777451A-B07E-88EC-527E-D91349C6A3A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88660" y="4964119"/>
            <a:ext cx="964827" cy="128643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DDEB930-6BA6-0189-95D5-F9E8A43F3EAB}"/>
              </a:ext>
            </a:extLst>
          </p:cNvPr>
          <p:cNvSpPr>
            <a:spLocks noChangeArrowheads="1"/>
          </p:cNvSpPr>
          <p:nvPr/>
        </p:nvSpPr>
        <p:spPr bwMode="auto">
          <a:xfrm>
            <a:off x="2470653" y="1887164"/>
            <a:ext cx="16652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altLang="en-US" sz="12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Principal investigator</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GB" altLang="en-US" sz="120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hlinkClick r:id="rId10"/>
              </a:rPr>
              <a:t>Zhao-Xun Liang</a:t>
            </a:r>
            <a:endParaRPr kumimoji="0" lang="en-GB" altLang="en-US" sz="600" i="0" u="none" strike="noStrike" cap="none" normalizeH="0" baseline="0" dirty="0">
              <a:ln>
                <a:noFill/>
              </a:ln>
              <a:solidFill>
                <a:schemeClr val="tx1"/>
              </a:solidFill>
              <a:effectLst/>
            </a:endParaRPr>
          </a:p>
        </p:txBody>
      </p:sp>
      <p:pic>
        <p:nvPicPr>
          <p:cNvPr id="1025" name="Picture 13">
            <a:extLst>
              <a:ext uri="{FF2B5EF4-FFF2-40B4-BE49-F238E27FC236}">
                <a16:creationId xmlns:a16="http://schemas.microsoft.com/office/drawing/2014/main" id="{90672A07-2D88-5CC2-D01C-DC2D18B642B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98423" y="678330"/>
            <a:ext cx="1041400" cy="11557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E99690A-00C6-B31B-5637-225EBBAC31F1}"/>
              </a:ext>
            </a:extLst>
          </p:cNvPr>
          <p:cNvSpPr>
            <a:spLocks noChangeArrowheads="1"/>
          </p:cNvSpPr>
          <p:nvPr/>
        </p:nvSpPr>
        <p:spPr bwMode="auto">
          <a:xfrm>
            <a:off x="31938" y="3577210"/>
            <a:ext cx="7019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9" name="Picture 11" descr="Profile Photo of Lab Member Wang Xuejiao">
            <a:extLst>
              <a:ext uri="{FF2B5EF4-FFF2-40B4-BE49-F238E27FC236}">
                <a16:creationId xmlns:a16="http://schemas.microsoft.com/office/drawing/2014/main" id="{88BF3FEA-C8DC-979E-A6AE-E99D30525CE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1350" y="2609682"/>
            <a:ext cx="912107" cy="1216143"/>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Profile Photo of Lab Member Chang Shu Ting">
            <a:extLst>
              <a:ext uri="{FF2B5EF4-FFF2-40B4-BE49-F238E27FC236}">
                <a16:creationId xmlns:a16="http://schemas.microsoft.com/office/drawing/2014/main" id="{2FE7E4F1-FE1E-8F5B-6797-6E1DCFCF121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45632" y="4975943"/>
            <a:ext cx="912107" cy="1216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8522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CFADFC-EA05-5728-761A-6E6F4B870B6D}"/>
              </a:ext>
            </a:extLst>
          </p:cNvPr>
          <p:cNvSpPr txBox="1"/>
          <p:nvPr/>
        </p:nvSpPr>
        <p:spPr>
          <a:xfrm>
            <a:off x="2964584" y="399235"/>
            <a:ext cx="1236223" cy="369332"/>
          </a:xfrm>
          <a:prstGeom prst="rect">
            <a:avLst/>
          </a:prstGeom>
          <a:noFill/>
        </p:spPr>
        <p:txBody>
          <a:bodyPr wrap="square">
            <a:spAutoFit/>
          </a:bodyPr>
          <a:lstStyle/>
          <a:p>
            <a:r>
              <a:rPr lang="en-GB" b="1" dirty="0">
                <a:latin typeface="Aptos Serif" panose="02020604070405020304" pitchFamily="18" charset="0"/>
                <a:cs typeface="Aptos Serif" panose="02020604070405020304" pitchFamily="18" charset="0"/>
              </a:rPr>
              <a:t>Alumni</a:t>
            </a:r>
          </a:p>
        </p:txBody>
      </p:sp>
      <p:graphicFrame>
        <p:nvGraphicFramePr>
          <p:cNvPr id="2" name="Table 1">
            <a:extLst>
              <a:ext uri="{FF2B5EF4-FFF2-40B4-BE49-F238E27FC236}">
                <a16:creationId xmlns:a16="http://schemas.microsoft.com/office/drawing/2014/main" id="{33535F72-90B1-0FE6-BCC2-0F2293BB4A70}"/>
              </a:ext>
            </a:extLst>
          </p:cNvPr>
          <p:cNvGraphicFramePr>
            <a:graphicFrameLocks noGrp="1"/>
          </p:cNvGraphicFramePr>
          <p:nvPr>
            <p:extLst>
              <p:ext uri="{D42A27DB-BD31-4B8C-83A1-F6EECF244321}">
                <p14:modId xmlns:p14="http://schemas.microsoft.com/office/powerpoint/2010/main" val="3571660633"/>
              </p:ext>
            </p:extLst>
          </p:nvPr>
        </p:nvGraphicFramePr>
        <p:xfrm>
          <a:off x="157162" y="1055098"/>
          <a:ext cx="6705600" cy="5903766"/>
        </p:xfrm>
        <a:graphic>
          <a:graphicData uri="http://schemas.openxmlformats.org/drawingml/2006/table">
            <a:tbl>
              <a:tblPr firstRow="1" firstCol="1" bandRow="1">
                <a:tableStyleId>{9D7B26C5-4107-4FEC-AEDC-1716B250A1EF}</a:tableStyleId>
              </a:tblPr>
              <a:tblGrid>
                <a:gridCol w="1746488">
                  <a:extLst>
                    <a:ext uri="{9D8B030D-6E8A-4147-A177-3AD203B41FA5}">
                      <a16:colId xmlns:a16="http://schemas.microsoft.com/office/drawing/2014/main" val="1854593738"/>
                    </a:ext>
                  </a:extLst>
                </a:gridCol>
                <a:gridCol w="760567">
                  <a:extLst>
                    <a:ext uri="{9D8B030D-6E8A-4147-A177-3AD203B41FA5}">
                      <a16:colId xmlns:a16="http://schemas.microsoft.com/office/drawing/2014/main" val="784881619"/>
                    </a:ext>
                  </a:extLst>
                </a:gridCol>
                <a:gridCol w="1934281">
                  <a:extLst>
                    <a:ext uri="{9D8B030D-6E8A-4147-A177-3AD203B41FA5}">
                      <a16:colId xmlns:a16="http://schemas.microsoft.com/office/drawing/2014/main" val="3997226044"/>
                    </a:ext>
                  </a:extLst>
                </a:gridCol>
                <a:gridCol w="2264264">
                  <a:extLst>
                    <a:ext uri="{9D8B030D-6E8A-4147-A177-3AD203B41FA5}">
                      <a16:colId xmlns:a16="http://schemas.microsoft.com/office/drawing/2014/main" val="3964015477"/>
                    </a:ext>
                  </a:extLst>
                </a:gridCol>
              </a:tblGrid>
              <a:tr h="128082">
                <a:tc>
                  <a:txBody>
                    <a:bodyPr/>
                    <a:lstStyle/>
                    <a:p>
                      <a:pPr marR="55245">
                        <a:buNone/>
                      </a:pPr>
                      <a:r>
                        <a:rPr lang="en-GB" sz="1000" kern="100" dirty="0">
                          <a:effectLst/>
                        </a:rPr>
                        <a:t>PhD and MS student</a:t>
                      </a:r>
                    </a:p>
                    <a:p>
                      <a:pPr marR="55245">
                        <a:buNone/>
                      </a:pPr>
                      <a:endParaRPr lang="en-SG"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1000" kern="100">
                          <a:effectLst/>
                        </a:rPr>
                        <a:t>Year</a:t>
                      </a:r>
                      <a:endParaRPr lang="en-SG"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1000" kern="100">
                          <a:effectLst/>
                        </a:rPr>
                        <a:t>Dissertation title</a:t>
                      </a:r>
                      <a:endParaRPr lang="en-SG"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a:spcBef>
                          <a:spcPts val="200"/>
                        </a:spcBef>
                        <a:spcAft>
                          <a:spcPts val="200"/>
                        </a:spcAft>
                        <a:buNone/>
                      </a:pPr>
                      <a:r>
                        <a:rPr lang="en-GB" sz="1000" kern="100" dirty="0">
                          <a:effectLst/>
                        </a:rPr>
                        <a:t>Current position</a:t>
                      </a:r>
                      <a:endParaRPr lang="en-SG"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2249998894"/>
                  </a:ext>
                </a:extLst>
              </a:tr>
              <a:tr h="256164">
                <a:tc>
                  <a:txBody>
                    <a:bodyPr/>
                    <a:lstStyle/>
                    <a:p>
                      <a:pPr marR="55245">
                        <a:buNone/>
                      </a:pPr>
                      <a:r>
                        <a:rPr lang="en-GB" sz="800" kern="100" dirty="0">
                          <a:effectLst/>
                        </a:rPr>
                        <a:t>Rao Feng</a:t>
                      </a:r>
                      <a:endParaRPr lang="en-SG"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2007-2011</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Catalysis and regulation of cyclic dinucleotide phosphodiesterases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a:spcBef>
                          <a:spcPts val="200"/>
                        </a:spcBef>
                        <a:spcAft>
                          <a:spcPts val="200"/>
                        </a:spcAft>
                        <a:buNone/>
                      </a:pPr>
                      <a:r>
                        <a:rPr lang="en-GB" sz="800" kern="100">
                          <a:effectLst/>
                        </a:rPr>
                        <a:t>Professor, Science &amp; Technology University of South China</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3329346248"/>
                  </a:ext>
                </a:extLst>
              </a:tr>
              <a:tr h="256164">
                <a:tc>
                  <a:txBody>
                    <a:bodyPr/>
                    <a:lstStyle/>
                    <a:p>
                      <a:pPr marR="55245">
                        <a:buNone/>
                      </a:pPr>
                      <a:r>
                        <a:rPr lang="en-GB" sz="800" kern="100">
                          <a:effectLst/>
                        </a:rPr>
                        <a:t>Qi Yaning</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2007 - 2011</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Structure and function of GGDEF-EAL didomain proteins in c-di-GMP signaling</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a:spcBef>
                          <a:spcPts val="200"/>
                        </a:spcBef>
                        <a:spcAft>
                          <a:spcPts val="200"/>
                        </a:spcAft>
                        <a:buNone/>
                      </a:pPr>
                      <a:r>
                        <a:rPr lang="en-GB" sz="800" kern="100">
                          <a:effectLst/>
                        </a:rPr>
                        <a:t>University of Macau</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3895901602"/>
                  </a:ext>
                </a:extLst>
              </a:tr>
              <a:tr h="256164">
                <a:tc>
                  <a:txBody>
                    <a:bodyPr/>
                    <a:lstStyle/>
                    <a:p>
                      <a:pPr marR="55245">
                        <a:buNone/>
                      </a:pPr>
                      <a:r>
                        <a:rPr lang="en-GB" sz="800" kern="100">
                          <a:effectLst/>
                        </a:rPr>
                        <a:t>Kong Rong</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2007 - 2011</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Structure and function of proteins in the early stage of enediyne biosynthesis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a:spcBef>
                          <a:spcPts val="200"/>
                        </a:spcBef>
                        <a:spcAft>
                          <a:spcPts val="200"/>
                        </a:spcAft>
                        <a:buNone/>
                      </a:pPr>
                      <a:r>
                        <a:rPr lang="en-GB" sz="800" kern="100">
                          <a:effectLst/>
                        </a:rPr>
                        <a:t>Procter &amp; Gamble Corporation, Singapore</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46336855"/>
                  </a:ext>
                </a:extLst>
              </a:tr>
              <a:tr h="256164">
                <a:tc>
                  <a:txBody>
                    <a:bodyPr/>
                    <a:lstStyle/>
                    <a:p>
                      <a:pPr marR="55245">
                        <a:buNone/>
                      </a:pPr>
                      <a:r>
                        <a:rPr lang="en-GB" sz="800" kern="100">
                          <a:effectLst/>
                        </a:rPr>
                        <a:t>Ela Murugan</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2008 - 2012</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Iterative polyketide synthase in enediyne biosynthesis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a:spcBef>
                          <a:spcPts val="200"/>
                        </a:spcBef>
                        <a:spcAft>
                          <a:spcPts val="200"/>
                        </a:spcAft>
                        <a:buNone/>
                      </a:pPr>
                      <a:r>
                        <a:rPr lang="en-GB" sz="800" kern="100">
                          <a:effectLst/>
                        </a:rPr>
                        <a:t>Director, PrEI’s Technologies Pte Ltd</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2321939716"/>
                  </a:ext>
                </a:extLst>
              </a:tr>
              <a:tr h="384246">
                <a:tc>
                  <a:txBody>
                    <a:bodyPr/>
                    <a:lstStyle/>
                    <a:p>
                      <a:pPr marR="55245">
                        <a:buNone/>
                      </a:pPr>
                      <a:r>
                        <a:rPr lang="en-GB" sz="800" kern="100">
                          <a:effectLst/>
                        </a:rPr>
                        <a:t>Sun Huihua</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2008 - 2012</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A study on the iterative type I polyketide synthesis in enediyne and mellein biosynthesis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a:spcBef>
                          <a:spcPts val="200"/>
                        </a:spcBef>
                        <a:spcAft>
                          <a:spcPts val="200"/>
                        </a:spcAft>
                        <a:buNone/>
                      </a:pPr>
                      <a:r>
                        <a:rPr lang="en-GB" sz="800" kern="100" dirty="0">
                          <a:effectLst/>
                        </a:rPr>
                        <a:t>Shanghai, China</a:t>
                      </a:r>
                      <a:endParaRPr lang="en-SG"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1012299713"/>
                  </a:ext>
                </a:extLst>
              </a:tr>
              <a:tr h="256164">
                <a:tc>
                  <a:txBody>
                    <a:bodyPr/>
                    <a:lstStyle/>
                    <a:p>
                      <a:pPr marR="55245">
                        <a:buNone/>
                      </a:pPr>
                      <a:r>
                        <a:rPr lang="en-GB" sz="800" kern="100">
                          <a:effectLst/>
                        </a:rPr>
                        <a:t>Lawrence Ho Chun Long</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2009-2013</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Design and application of cyclic di-GMP fluorescent biosensors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a:spcBef>
                          <a:spcPts val="200"/>
                        </a:spcBef>
                        <a:spcAft>
                          <a:spcPts val="200"/>
                        </a:spcAft>
                        <a:buNone/>
                      </a:pPr>
                      <a:r>
                        <a:rPr lang="en-GB" sz="800" kern="100">
                          <a:effectLst/>
                        </a:rPr>
                        <a:t>Associate Professor, Shenzhen Advanced SynBiol Institute</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4239486734"/>
                  </a:ext>
                </a:extLst>
              </a:tr>
              <a:tr h="256164">
                <a:tc>
                  <a:txBody>
                    <a:bodyPr/>
                    <a:lstStyle/>
                    <a:p>
                      <a:pPr marR="55245">
                        <a:buNone/>
                      </a:pPr>
                      <a:r>
                        <a:rPr lang="en-GB" sz="800" kern="100">
                          <a:effectLst/>
                        </a:rPr>
                        <a:t>Liew Chong Wai</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2009-2013</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Structural studies of enzymes from enediyne biosynthetic pathways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a:spcBef>
                          <a:spcPts val="200"/>
                        </a:spcBef>
                        <a:spcAft>
                          <a:spcPts val="200"/>
                        </a:spcAft>
                        <a:buNone/>
                      </a:pPr>
                      <a:r>
                        <a:rPr lang="en-GB" sz="800" kern="100">
                          <a:effectLst/>
                        </a:rPr>
                        <a:t>A*STAR, Singapore</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1664070308"/>
                  </a:ext>
                </a:extLst>
              </a:tr>
              <a:tr h="384246">
                <a:tc>
                  <a:txBody>
                    <a:bodyPr/>
                    <a:lstStyle/>
                    <a:p>
                      <a:pPr marR="55245">
                        <a:buNone/>
                      </a:pPr>
                      <a:r>
                        <a:rPr lang="en-GB" sz="800" kern="100">
                          <a:effectLst/>
                        </a:rPr>
                        <a:t>Chen Ming Wei</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2009-2013</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Structural studies of enzymes regulating life style and cell wall biogenesis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a:spcBef>
                          <a:spcPts val="200"/>
                        </a:spcBef>
                        <a:spcAft>
                          <a:spcPts val="200"/>
                        </a:spcAft>
                        <a:buNone/>
                      </a:pPr>
                      <a:r>
                        <a:rPr lang="en-GB" sz="800" kern="100">
                          <a:effectLst/>
                        </a:rPr>
                        <a:t>School of biological Sciences, NTU</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1811703005"/>
                  </a:ext>
                </a:extLst>
              </a:tr>
              <a:tr h="256164">
                <a:tc>
                  <a:txBody>
                    <a:bodyPr/>
                    <a:lstStyle/>
                    <a:p>
                      <a:pPr marR="55245">
                        <a:buNone/>
                      </a:pPr>
                      <a:r>
                        <a:rPr lang="en-GB" sz="800" kern="100">
                          <a:effectLst/>
                        </a:rPr>
                        <a:t>Mary Chuah</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2010-2014</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Cyclic di-GMP signaling in Bacillus subtilis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R="55245">
                        <a:spcBef>
                          <a:spcPts val="200"/>
                        </a:spcBef>
                        <a:spcAft>
                          <a:spcPts val="200"/>
                        </a:spcAft>
                        <a:buNone/>
                      </a:pPr>
                      <a:r>
                        <a:rPr lang="en-GB" sz="800" kern="100">
                          <a:effectLst/>
                        </a:rPr>
                        <a:t>    United Kindom</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4666806"/>
                  </a:ext>
                </a:extLst>
              </a:tr>
              <a:tr h="384246">
                <a:tc>
                  <a:txBody>
                    <a:bodyPr/>
                    <a:lstStyle/>
                    <a:p>
                      <a:pPr marR="90170" indent="8890">
                        <a:buNone/>
                      </a:pPr>
                      <a:r>
                        <a:rPr lang="en-GB" sz="800" kern="100">
                          <a:effectLst/>
                        </a:rPr>
                        <a:t>Alolika Cakrabortti</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R="55245">
                        <a:buNone/>
                      </a:pPr>
                      <a:r>
                        <a:rPr lang="en-GB" sz="800" kern="100">
                          <a:effectLst/>
                        </a:rPr>
                        <a:t>2012-2016</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a:buNone/>
                      </a:pPr>
                      <a:r>
                        <a:rPr lang="en-GB" sz="800" kern="100">
                          <a:effectLst/>
                        </a:rPr>
                        <a:t>Genomics-guided approaches to discovery of microbial secondary metabolites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4775" marR="55245">
                        <a:spcBef>
                          <a:spcPts val="200"/>
                        </a:spcBef>
                        <a:spcAft>
                          <a:spcPts val="200"/>
                        </a:spcAft>
                        <a:buNone/>
                      </a:pPr>
                      <a:r>
                        <a:rPr lang="en-GB" sz="800" kern="100">
                          <a:effectLst/>
                        </a:rPr>
                        <a:t>Research scientist, Lonza Group Ltd, Singapore</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1268529016"/>
                  </a:ext>
                </a:extLst>
              </a:tr>
              <a:tr h="256164">
                <a:tc>
                  <a:txBody>
                    <a:bodyPr/>
                    <a:lstStyle/>
                    <a:p>
                      <a:pPr marR="90170">
                        <a:buNone/>
                      </a:pPr>
                      <a:r>
                        <a:rPr lang="en-GB" sz="800" kern="100">
                          <a:effectLst/>
                        </a:rPr>
                        <a:t>Prabhadevi Venkataramani</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R="55245">
                        <a:buNone/>
                      </a:pPr>
                      <a:r>
                        <a:rPr lang="en-GB" sz="800" kern="100">
                          <a:effectLst/>
                        </a:rPr>
                        <a:t>2012-2016</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a:buNone/>
                      </a:pPr>
                      <a:r>
                        <a:rPr lang="en-GB" sz="800" kern="100">
                          <a:effectLst/>
                        </a:rPr>
                        <a:t>Regulation of two-component signaling by a c-di-GMP-binding PilZ adaptor</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4775" marR="55245">
                        <a:spcBef>
                          <a:spcPts val="200"/>
                        </a:spcBef>
                        <a:spcAft>
                          <a:spcPts val="200"/>
                        </a:spcAft>
                        <a:buNone/>
                      </a:pPr>
                      <a:r>
                        <a:rPr lang="en-GB" sz="800" kern="100">
                          <a:effectLst/>
                        </a:rPr>
                        <a:t>Research fellow, National Institute of Health, USA</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3211793345"/>
                  </a:ext>
                </a:extLst>
              </a:tr>
              <a:tr h="256164">
                <a:tc>
                  <a:txBody>
                    <a:bodyPr/>
                    <a:lstStyle/>
                    <a:p>
                      <a:pPr marR="55245">
                        <a:buNone/>
                      </a:pPr>
                      <a:r>
                        <a:rPr lang="en-GB" sz="800" kern="100">
                          <a:effectLst/>
                        </a:rPr>
                        <a:t>Cheang Qing Wei</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R="55245">
                        <a:buNone/>
                      </a:pPr>
                      <a:r>
                        <a:rPr lang="en-GB" sz="800" kern="100">
                          <a:effectLst/>
                        </a:rPr>
                        <a:t>2013-2017</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R="55245">
                        <a:spcBef>
                          <a:spcPts val="200"/>
                        </a:spcBef>
                        <a:spcAft>
                          <a:spcPts val="200"/>
                        </a:spcAft>
                        <a:buNone/>
                      </a:pPr>
                      <a:r>
                        <a:rPr lang="en-GB" sz="800" kern="100">
                          <a:effectLst/>
                        </a:rPr>
                        <a:t>Cyclic di-GMP signaling through PilZ adaptor proteins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Scientist, ThermoFiisher, Singapore</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3864125651"/>
                  </a:ext>
                </a:extLst>
              </a:tr>
              <a:tr h="256164">
                <a:tc>
                  <a:txBody>
                    <a:bodyPr/>
                    <a:lstStyle/>
                    <a:p>
                      <a:pPr marR="55245">
                        <a:buNone/>
                      </a:pPr>
                      <a:r>
                        <a:rPr lang="en-GB" sz="800" kern="100">
                          <a:effectLst/>
                        </a:rPr>
                        <a:t>Pang Li Mei</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2014-2018</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R="55245">
                        <a:spcBef>
                          <a:spcPts val="200"/>
                        </a:spcBef>
                        <a:spcAft>
                          <a:spcPts val="200"/>
                        </a:spcAft>
                        <a:buNone/>
                      </a:pPr>
                      <a:r>
                        <a:rPr lang="en-GB" sz="800" kern="100">
                          <a:effectLst/>
                        </a:rPr>
                        <a:t>Bioprospecting local actinomycetes for natural product discovery</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A*STAR, Singapore</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794627528"/>
                  </a:ext>
                </a:extLst>
              </a:tr>
              <a:tr h="256164">
                <a:tc>
                  <a:txBody>
                    <a:bodyPr/>
                    <a:lstStyle/>
                    <a:p>
                      <a:pPr marR="55245">
                        <a:buNone/>
                      </a:pPr>
                      <a:r>
                        <a:rPr lang="en-GB" sz="800" kern="100">
                          <a:effectLst/>
                        </a:rPr>
                        <a:t>Low Zhen Jie</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2014-2018</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R="55245">
                        <a:spcBef>
                          <a:spcPts val="200"/>
                        </a:spcBef>
                        <a:spcAft>
                          <a:spcPts val="200"/>
                        </a:spcAft>
                        <a:buNone/>
                      </a:pPr>
                      <a:r>
                        <a:rPr lang="en-GB" sz="800" kern="100">
                          <a:effectLst/>
                        </a:rPr>
                        <a:t>Natural product biosynthesis and discovery in actinomycetes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Research scientist @ Waters Inc. Singapore</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3417369892"/>
                  </a:ext>
                </a:extLst>
              </a:tr>
              <a:tr h="256164">
                <a:tc>
                  <a:txBody>
                    <a:bodyPr/>
                    <a:lstStyle/>
                    <a:p>
                      <a:pPr marR="55245">
                        <a:buNone/>
                      </a:pPr>
                      <a:r>
                        <a:rPr lang="en-GB" sz="800" kern="100">
                          <a:effectLst/>
                        </a:rPr>
                        <a:t>Xin Ling Yi</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2014-2018</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R="55245">
                        <a:spcBef>
                          <a:spcPts val="200"/>
                        </a:spcBef>
                        <a:spcAft>
                          <a:spcPts val="200"/>
                        </a:spcAft>
                        <a:buNone/>
                      </a:pPr>
                      <a:r>
                        <a:rPr lang="en-GB" sz="800" kern="100">
                          <a:effectLst/>
                        </a:rPr>
                        <a:t>MapZ-mediated c-di-GMP signaling in Pseudomonas aeruginosa</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Tianjin, China</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3419497914"/>
                  </a:ext>
                </a:extLst>
              </a:tr>
              <a:tr h="256164">
                <a:tc>
                  <a:txBody>
                    <a:bodyPr/>
                    <a:lstStyle/>
                    <a:p>
                      <a:pPr marR="55245">
                        <a:buNone/>
                      </a:pPr>
                      <a:r>
                        <a:rPr lang="en-GB" sz="800" kern="100">
                          <a:effectLst/>
                        </a:rPr>
                        <a:t>Hartono Candra</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2018 - 2022</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R="55245">
                        <a:spcBef>
                          <a:spcPts val="200"/>
                        </a:spcBef>
                        <a:spcAft>
                          <a:spcPts val="200"/>
                        </a:spcAft>
                        <a:buNone/>
                      </a:pPr>
                      <a:r>
                        <a:rPr lang="en-GB" sz="800" kern="100">
                          <a:effectLst/>
                        </a:rPr>
                        <a:t>Genome-guided discovery of microbial natural products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Research fellow, NTU</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4096003622"/>
                  </a:ext>
                </a:extLst>
              </a:tr>
              <a:tr h="256164">
                <a:tc>
                  <a:txBody>
                    <a:bodyPr/>
                    <a:lstStyle/>
                    <a:p>
                      <a:pPr marR="55245">
                        <a:buNone/>
                      </a:pPr>
                      <a:r>
                        <a:rPr lang="en-GB" sz="800" kern="100">
                          <a:effectLst/>
                        </a:rPr>
                        <a:t>Sean Lee</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2020-2024</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R="55245">
                        <a:spcBef>
                          <a:spcPts val="200"/>
                        </a:spcBef>
                        <a:spcAft>
                          <a:spcPts val="200"/>
                        </a:spcAft>
                        <a:buNone/>
                      </a:pPr>
                      <a:r>
                        <a:rPr lang="en-GB" sz="800" kern="100">
                          <a:effectLst/>
                        </a:rPr>
                        <a:t>Heterologous expression of biosynthetic pathways in Streptomyces hosts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Singapore Botanical Garden</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2172842263"/>
                  </a:ext>
                </a:extLst>
              </a:tr>
              <a:tr h="256164">
                <a:tc>
                  <a:txBody>
                    <a:bodyPr/>
                    <a:lstStyle/>
                    <a:p>
                      <a:pPr marR="55245">
                        <a:buNone/>
                      </a:pPr>
                      <a:r>
                        <a:rPr lang="en-GB" sz="800" kern="100">
                          <a:effectLst/>
                        </a:rPr>
                        <a:t>Jamila Oppong (MS)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2013 - 2014</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R="55245">
                        <a:spcBef>
                          <a:spcPts val="200"/>
                        </a:spcBef>
                        <a:spcAft>
                          <a:spcPts val="200"/>
                        </a:spcAft>
                        <a:buNone/>
                      </a:pPr>
                      <a:r>
                        <a:rPr lang="en-GB" sz="800" kern="100">
                          <a:effectLst/>
                        </a:rPr>
                        <a:t>Molecular mechanism of cyclic di-GMP signaling</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Ph.D. student, Manchester University, UK.</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3610198498"/>
                  </a:ext>
                </a:extLst>
              </a:tr>
              <a:tr h="256164">
                <a:tc>
                  <a:txBody>
                    <a:bodyPr/>
                    <a:lstStyle/>
                    <a:p>
                      <a:pPr marR="55245">
                        <a:buNone/>
                      </a:pPr>
                      <a:r>
                        <a:rPr lang="en-GB" sz="800" kern="100">
                          <a:effectLst/>
                        </a:rPr>
                        <a:t>Daryn Tan Fu Ern (MS)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2018 - 2019</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R="55245">
                        <a:spcBef>
                          <a:spcPts val="200"/>
                        </a:spcBef>
                        <a:spcAft>
                          <a:spcPts val="200"/>
                        </a:spcAft>
                        <a:buNone/>
                      </a:pPr>
                      <a:r>
                        <a:rPr lang="en-GB" sz="800" kern="100">
                          <a:effectLst/>
                        </a:rPr>
                        <a:t>Genome-guided natural product discovery from a Streptomyces strain</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a:effectLst/>
                        </a:rPr>
                        <a:t>Secondary school teacher, Singapore</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3491244608"/>
                  </a:ext>
                </a:extLst>
              </a:tr>
              <a:tr h="256164">
                <a:tc>
                  <a:txBody>
                    <a:bodyPr/>
                    <a:lstStyle/>
                    <a:p>
                      <a:pPr marR="55245">
                        <a:buNone/>
                      </a:pPr>
                      <a:r>
                        <a:rPr lang="en-GB" sz="800" kern="100">
                          <a:effectLst/>
                        </a:rPr>
                        <a:t>Rachel Chua (MS)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2018-2020</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R="55245">
                        <a:spcBef>
                          <a:spcPts val="200"/>
                        </a:spcBef>
                        <a:spcAft>
                          <a:spcPts val="200"/>
                        </a:spcAft>
                        <a:buNone/>
                      </a:pPr>
                      <a:r>
                        <a:rPr lang="en-GB" sz="800" kern="100">
                          <a:effectLst/>
                        </a:rPr>
                        <a:t>Development of Streptomyces sp. MD102 a heterologous host </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dirty="0">
                          <a:effectLst/>
                        </a:rPr>
                        <a:t>Research staff, NUS</a:t>
                      </a:r>
                      <a:endParaRPr lang="en-SG"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3565411403"/>
                  </a:ext>
                </a:extLst>
              </a:tr>
            </a:tbl>
          </a:graphicData>
        </a:graphic>
      </p:graphicFrame>
      <p:graphicFrame>
        <p:nvGraphicFramePr>
          <p:cNvPr id="3" name="Table 2">
            <a:extLst>
              <a:ext uri="{FF2B5EF4-FFF2-40B4-BE49-F238E27FC236}">
                <a16:creationId xmlns:a16="http://schemas.microsoft.com/office/drawing/2014/main" id="{7DCE8760-105A-9819-4936-82F216AB9484}"/>
              </a:ext>
            </a:extLst>
          </p:cNvPr>
          <p:cNvGraphicFramePr>
            <a:graphicFrameLocks noGrp="1"/>
          </p:cNvGraphicFramePr>
          <p:nvPr>
            <p:extLst>
              <p:ext uri="{D42A27DB-BD31-4B8C-83A1-F6EECF244321}">
                <p14:modId xmlns:p14="http://schemas.microsoft.com/office/powerpoint/2010/main" val="1950296180"/>
              </p:ext>
            </p:extLst>
          </p:nvPr>
        </p:nvGraphicFramePr>
        <p:xfrm>
          <a:off x="157162" y="7531927"/>
          <a:ext cx="6705600" cy="2404345"/>
        </p:xfrm>
        <a:graphic>
          <a:graphicData uri="http://schemas.openxmlformats.org/drawingml/2006/table">
            <a:tbl>
              <a:tblPr firstRow="1" firstCol="1" bandRow="1">
                <a:tableStyleId>{9D7B26C5-4107-4FEC-AEDC-1716B250A1EF}</a:tableStyleId>
              </a:tblPr>
              <a:tblGrid>
                <a:gridCol w="1736775">
                  <a:extLst>
                    <a:ext uri="{9D8B030D-6E8A-4147-A177-3AD203B41FA5}">
                      <a16:colId xmlns:a16="http://schemas.microsoft.com/office/drawing/2014/main" val="666099043"/>
                    </a:ext>
                  </a:extLst>
                </a:gridCol>
                <a:gridCol w="828137">
                  <a:extLst>
                    <a:ext uri="{9D8B030D-6E8A-4147-A177-3AD203B41FA5}">
                      <a16:colId xmlns:a16="http://schemas.microsoft.com/office/drawing/2014/main" val="4167188784"/>
                    </a:ext>
                  </a:extLst>
                </a:gridCol>
                <a:gridCol w="1857714">
                  <a:extLst>
                    <a:ext uri="{9D8B030D-6E8A-4147-A177-3AD203B41FA5}">
                      <a16:colId xmlns:a16="http://schemas.microsoft.com/office/drawing/2014/main" val="1268937260"/>
                    </a:ext>
                  </a:extLst>
                </a:gridCol>
                <a:gridCol w="2282974">
                  <a:extLst>
                    <a:ext uri="{9D8B030D-6E8A-4147-A177-3AD203B41FA5}">
                      <a16:colId xmlns:a16="http://schemas.microsoft.com/office/drawing/2014/main" val="1010326803"/>
                    </a:ext>
                  </a:extLst>
                </a:gridCol>
              </a:tblGrid>
              <a:tr h="228704">
                <a:tc>
                  <a:txBody>
                    <a:bodyPr/>
                    <a:lstStyle/>
                    <a:p>
                      <a:pPr marR="55245">
                        <a:buNone/>
                      </a:pPr>
                      <a:r>
                        <a:rPr lang="en-GB" sz="1000" kern="100" dirty="0">
                          <a:effectLst/>
                        </a:rPr>
                        <a:t>PhD and MS student</a:t>
                      </a:r>
                    </a:p>
                    <a:p>
                      <a:pPr marR="55245">
                        <a:buNone/>
                      </a:pPr>
                      <a:endParaRPr lang="en-GB" sz="1000" kern="100" dirty="0">
                        <a:effectLst/>
                      </a:endParaRPr>
                    </a:p>
                  </a:txBody>
                  <a:tcPr marL="68580" marR="68580" marT="0" marB="0"/>
                </a:tc>
                <a:tc>
                  <a:txBody>
                    <a:bodyPr/>
                    <a:lstStyle/>
                    <a:p>
                      <a:pPr marL="56515" marR="55245">
                        <a:buNone/>
                      </a:pPr>
                      <a:r>
                        <a:rPr lang="en-GB" sz="1000" kern="100">
                          <a:effectLst/>
                        </a:rPr>
                        <a:t>Year</a:t>
                      </a:r>
                      <a:endParaRPr lang="en-SG"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1000" kern="100" dirty="0">
                          <a:effectLst/>
                        </a:rPr>
                        <a:t>Research project</a:t>
                      </a:r>
                      <a:endParaRPr lang="en-SG"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a:spcBef>
                          <a:spcPts val="200"/>
                        </a:spcBef>
                        <a:spcAft>
                          <a:spcPts val="200"/>
                        </a:spcAft>
                        <a:buNone/>
                      </a:pPr>
                      <a:r>
                        <a:rPr lang="en-GB" sz="1000" kern="100" dirty="0">
                          <a:effectLst/>
                        </a:rPr>
                        <a:t>Current position</a:t>
                      </a:r>
                      <a:endParaRPr lang="en-SG"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510480857"/>
                  </a:ext>
                </a:extLst>
              </a:tr>
              <a:tr h="228704">
                <a:tc>
                  <a:txBody>
                    <a:bodyPr/>
                    <a:lstStyle/>
                    <a:p>
                      <a:pPr marR="55245">
                        <a:buNone/>
                      </a:pPr>
                      <a:r>
                        <a:rPr lang="en-GB" sz="800" kern="100" dirty="0">
                          <a:effectLst/>
                        </a:rPr>
                        <a:t>Chong Zhi Soon</a:t>
                      </a:r>
                      <a:endParaRPr lang="en-SG"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2018 - 2020</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a:buNone/>
                      </a:pPr>
                      <a:r>
                        <a:rPr lang="en-GB" sz="800" kern="100">
                          <a:effectLst/>
                        </a:rPr>
                        <a:t> Genome-guided discovery of natural products</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108585" marR="55245" indent="18415">
                        <a:spcBef>
                          <a:spcPts val="200"/>
                        </a:spcBef>
                        <a:spcAft>
                          <a:spcPts val="200"/>
                        </a:spcAft>
                        <a:buNone/>
                      </a:pPr>
                      <a:r>
                        <a:rPr lang="en-GB" sz="800" kern="100" dirty="0">
                          <a:effectLst/>
                        </a:rPr>
                        <a:t>NUS</a:t>
                      </a:r>
                      <a:endParaRPr lang="en-SG"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1899310972"/>
                  </a:ext>
                </a:extLst>
              </a:tr>
              <a:tr h="374206">
                <a:tc>
                  <a:txBody>
                    <a:bodyPr/>
                    <a:lstStyle/>
                    <a:p>
                      <a:pPr marR="55245">
                        <a:buNone/>
                      </a:pPr>
                      <a:r>
                        <a:rPr lang="en-GB" sz="800" kern="100" dirty="0">
                          <a:effectLst/>
                        </a:rPr>
                        <a:t>Howard Saw</a:t>
                      </a:r>
                      <a:endParaRPr lang="en-SG"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2017-2019</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R="55245">
                        <a:spcBef>
                          <a:spcPts val="200"/>
                        </a:spcBef>
                        <a:spcAft>
                          <a:spcPts val="200"/>
                        </a:spcAft>
                        <a:buNone/>
                      </a:pPr>
                      <a:r>
                        <a:rPr lang="en-GB" sz="800" kern="100" dirty="0">
                          <a:effectLst/>
                        </a:rPr>
                        <a:t>Genome-guided discovery of microbial natural products</a:t>
                      </a:r>
                      <a:endParaRPr lang="en-SG"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93345" indent="-5715">
                        <a:buNone/>
                      </a:pPr>
                      <a:r>
                        <a:rPr lang="en-GB" sz="800" kern="100" dirty="0">
                          <a:effectLst/>
                        </a:rPr>
                        <a:t>Singapore</a:t>
                      </a:r>
                      <a:endParaRPr lang="en-SG"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4109615014"/>
                  </a:ext>
                </a:extLst>
              </a:tr>
              <a:tr h="327258">
                <a:tc>
                  <a:txBody>
                    <a:bodyPr/>
                    <a:lstStyle/>
                    <a:p>
                      <a:pPr marR="55245">
                        <a:buNone/>
                      </a:pPr>
                      <a:r>
                        <a:rPr lang="en-GB" sz="800" kern="100">
                          <a:effectLst/>
                        </a:rPr>
                        <a:t>Yang Lifeng</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2012-2014</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R="55245">
                        <a:spcBef>
                          <a:spcPts val="200"/>
                        </a:spcBef>
                        <a:spcAft>
                          <a:spcPts val="200"/>
                        </a:spcAft>
                        <a:buNone/>
                      </a:pPr>
                      <a:r>
                        <a:rPr lang="en-GB" sz="800" kern="100" dirty="0">
                          <a:effectLst/>
                        </a:rPr>
                        <a:t>Engineering of nitrile reductase</a:t>
                      </a:r>
                      <a:endParaRPr lang="en-SG"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93345" indent="-5715">
                        <a:buNone/>
                      </a:pPr>
                      <a:r>
                        <a:rPr lang="en-GB" sz="800" kern="100">
                          <a:effectLst/>
                        </a:rPr>
                        <a:t>Singapore</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1856149077"/>
                  </a:ext>
                </a:extLst>
              </a:tr>
              <a:tr h="304688">
                <a:tc>
                  <a:txBody>
                    <a:bodyPr/>
                    <a:lstStyle/>
                    <a:p>
                      <a:pPr marR="55245">
                        <a:buNone/>
                      </a:pPr>
                      <a:r>
                        <a:rPr lang="en-GB" sz="800" kern="100">
                          <a:effectLst/>
                        </a:rPr>
                        <a:t>Xu Linghui</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2010 – 2014</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R="55245">
                        <a:spcBef>
                          <a:spcPts val="200"/>
                        </a:spcBef>
                        <a:spcAft>
                          <a:spcPts val="200"/>
                        </a:spcAft>
                        <a:buNone/>
                      </a:pPr>
                      <a:r>
                        <a:rPr lang="en-GB" sz="800" kern="100">
                          <a:effectLst/>
                        </a:rPr>
                        <a:t>PilZ protein-mediated bacterial signaling</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93345" indent="-5715">
                        <a:buNone/>
                      </a:pPr>
                      <a:r>
                        <a:rPr lang="en-GB" sz="800" kern="100">
                          <a:effectLst/>
                        </a:rPr>
                        <a:t>Professor, Southern China Agricultural University</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449158937"/>
                  </a:ext>
                </a:extLst>
              </a:tr>
              <a:tr h="338542">
                <a:tc>
                  <a:txBody>
                    <a:bodyPr/>
                    <a:lstStyle/>
                    <a:p>
                      <a:pPr marR="55245">
                        <a:buNone/>
                      </a:pPr>
                      <a:r>
                        <a:rPr lang="en-GB" sz="800" kern="100">
                          <a:effectLst/>
                        </a:rPr>
                        <a:t>Wu Long</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Aug 2011-Dec 2011</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R="55245">
                        <a:spcBef>
                          <a:spcPts val="200"/>
                        </a:spcBef>
                        <a:spcAft>
                          <a:spcPts val="200"/>
                        </a:spcAft>
                        <a:buNone/>
                      </a:pPr>
                      <a:r>
                        <a:rPr lang="en-GB" sz="800" kern="100">
                          <a:effectLst/>
                        </a:rPr>
                        <a:t>Bacterial signaling mediated by cyclic di-AMP</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93345" indent="-5715">
                        <a:buNone/>
                      </a:pPr>
                      <a:r>
                        <a:rPr lang="en-GB" sz="800" kern="100">
                          <a:effectLst/>
                        </a:rPr>
                        <a:t>Xi’an, China</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2982781524"/>
                  </a:ext>
                </a:extLst>
              </a:tr>
              <a:tr h="511011">
                <a:tc>
                  <a:txBody>
                    <a:bodyPr/>
                    <a:lstStyle/>
                    <a:p>
                      <a:pPr marR="55245">
                        <a:buNone/>
                      </a:pPr>
                      <a:r>
                        <a:rPr lang="en-GB" sz="800" kern="100" dirty="0">
                          <a:effectLst/>
                        </a:rPr>
                        <a:t>Ma Guang-Lei</a:t>
                      </a:r>
                      <a:endParaRPr lang="en-SG"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56515" marR="55245">
                        <a:buNone/>
                      </a:pPr>
                      <a:r>
                        <a:rPr lang="en-GB" sz="800" kern="100">
                          <a:effectLst/>
                        </a:rPr>
                        <a:t>2018 - 2023</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R="55245">
                        <a:spcBef>
                          <a:spcPts val="200"/>
                        </a:spcBef>
                        <a:spcAft>
                          <a:spcPts val="200"/>
                        </a:spcAft>
                        <a:buNone/>
                      </a:pPr>
                      <a:r>
                        <a:rPr lang="en-GB" sz="800" kern="100" dirty="0">
                          <a:effectLst/>
                        </a:rPr>
                        <a:t> Heterologous expression of cannabinoid biosynthetic pathway</a:t>
                      </a:r>
                      <a:endParaRPr lang="en-SG"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93345" indent="-5715">
                        <a:buNone/>
                      </a:pPr>
                      <a:r>
                        <a:rPr lang="en-GB" sz="800" kern="100" dirty="0">
                          <a:effectLst/>
                        </a:rPr>
                        <a:t>Associate professor, Zhejiang University, China</a:t>
                      </a:r>
                      <a:endParaRPr lang="en-SG"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1806825927"/>
                  </a:ext>
                </a:extLst>
              </a:tr>
            </a:tbl>
          </a:graphicData>
        </a:graphic>
      </p:graphicFrame>
    </p:spTree>
    <p:extLst>
      <p:ext uri="{BB962C8B-B14F-4D97-AF65-F5344CB8AC3E}">
        <p14:creationId xmlns:p14="http://schemas.microsoft.com/office/powerpoint/2010/main" val="326746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F598E67-9A0A-2C29-0BD6-1F30151511C9}"/>
              </a:ext>
            </a:extLst>
          </p:cNvPr>
          <p:cNvSpPr txBox="1"/>
          <p:nvPr/>
        </p:nvSpPr>
        <p:spPr>
          <a:xfrm>
            <a:off x="2747301" y="200059"/>
            <a:ext cx="1236223" cy="369332"/>
          </a:xfrm>
          <a:prstGeom prst="rect">
            <a:avLst/>
          </a:prstGeom>
          <a:noFill/>
        </p:spPr>
        <p:txBody>
          <a:bodyPr wrap="square">
            <a:spAutoFit/>
          </a:bodyPr>
          <a:lstStyle/>
          <a:p>
            <a:r>
              <a:rPr lang="en-GB" b="1" dirty="0">
                <a:latin typeface="Aptos Serif" panose="02020604070405020304" pitchFamily="18" charset="0"/>
                <a:cs typeface="Aptos Serif" panose="02020604070405020304" pitchFamily="18" charset="0"/>
              </a:rPr>
              <a:t>Gallery</a:t>
            </a:r>
          </a:p>
        </p:txBody>
      </p:sp>
      <p:pic>
        <p:nvPicPr>
          <p:cNvPr id="6" name="Picture 5" descr="A waterfall in a tropical garden&#10;&#10;AI-generated content may be incorrect.">
            <a:extLst>
              <a:ext uri="{FF2B5EF4-FFF2-40B4-BE49-F238E27FC236}">
                <a16:creationId xmlns:a16="http://schemas.microsoft.com/office/drawing/2014/main" id="{66FB25DE-2095-AD61-CAE9-F240B9917A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916" y="619064"/>
            <a:ext cx="3311037" cy="1860627"/>
          </a:xfrm>
          <a:prstGeom prst="rect">
            <a:avLst/>
          </a:prstGeom>
        </p:spPr>
      </p:pic>
      <p:pic>
        <p:nvPicPr>
          <p:cNvPr id="8" name="Picture 7" descr="A building with trees and plants&#10;&#10;AI-generated content may be incorrect.">
            <a:extLst>
              <a:ext uri="{FF2B5EF4-FFF2-40B4-BE49-F238E27FC236}">
                <a16:creationId xmlns:a16="http://schemas.microsoft.com/office/drawing/2014/main" id="{39DD6B3C-EEF5-CF42-B152-91B9D5CB8EF9}"/>
              </a:ext>
            </a:extLst>
          </p:cNvPr>
          <p:cNvPicPr>
            <a:picLocks noChangeAspect="1"/>
          </p:cNvPicPr>
          <p:nvPr/>
        </p:nvPicPr>
        <p:blipFill>
          <a:blip r:embed="rId3">
            <a:extLst>
              <a:ext uri="{28A0092B-C50C-407E-A947-70E740481C1C}">
                <a14:useLocalDpi xmlns:a14="http://schemas.microsoft.com/office/drawing/2010/main" val="0"/>
              </a:ext>
            </a:extLst>
          </a:blip>
          <a:srcRect b="22202"/>
          <a:stretch>
            <a:fillRect/>
          </a:stretch>
        </p:blipFill>
        <p:spPr>
          <a:xfrm>
            <a:off x="398916" y="2642867"/>
            <a:ext cx="3311037" cy="2191684"/>
          </a:xfrm>
          <a:prstGeom prst="rect">
            <a:avLst/>
          </a:prstGeom>
        </p:spPr>
      </p:pic>
      <p:sp>
        <p:nvSpPr>
          <p:cNvPr id="10" name="TextBox 9">
            <a:extLst>
              <a:ext uri="{FF2B5EF4-FFF2-40B4-BE49-F238E27FC236}">
                <a16:creationId xmlns:a16="http://schemas.microsoft.com/office/drawing/2014/main" id="{CDB5CA25-0896-ADD1-7999-DFE081F965B2}"/>
              </a:ext>
            </a:extLst>
          </p:cNvPr>
          <p:cNvSpPr txBox="1"/>
          <p:nvPr/>
        </p:nvSpPr>
        <p:spPr>
          <a:xfrm>
            <a:off x="3728058" y="2141137"/>
            <a:ext cx="1327992" cy="338554"/>
          </a:xfrm>
          <a:prstGeom prst="rect">
            <a:avLst/>
          </a:prstGeom>
          <a:noFill/>
        </p:spPr>
        <p:txBody>
          <a:bodyPr wrap="none" rtlCol="0">
            <a:spAutoFit/>
          </a:bodyPr>
          <a:lstStyle/>
          <a:p>
            <a:r>
              <a:rPr lang="en-US" sz="1600" dirty="0"/>
              <a:t>NTU campus</a:t>
            </a:r>
          </a:p>
        </p:txBody>
      </p:sp>
      <p:sp>
        <p:nvSpPr>
          <p:cNvPr id="11" name="TextBox 10">
            <a:extLst>
              <a:ext uri="{FF2B5EF4-FFF2-40B4-BE49-F238E27FC236}">
                <a16:creationId xmlns:a16="http://schemas.microsoft.com/office/drawing/2014/main" id="{5CC2880E-B109-0C22-4CA5-EAEA14FCCE84}"/>
              </a:ext>
            </a:extLst>
          </p:cNvPr>
          <p:cNvSpPr txBox="1"/>
          <p:nvPr/>
        </p:nvSpPr>
        <p:spPr>
          <a:xfrm>
            <a:off x="3709953" y="4515664"/>
            <a:ext cx="1292341" cy="338554"/>
          </a:xfrm>
          <a:prstGeom prst="rect">
            <a:avLst/>
          </a:prstGeom>
          <a:noFill/>
        </p:spPr>
        <p:txBody>
          <a:bodyPr wrap="none" rtlCol="0">
            <a:spAutoFit/>
          </a:bodyPr>
          <a:lstStyle/>
          <a:p>
            <a:r>
              <a:rPr lang="en-US" sz="1600" dirty="0"/>
              <a:t>SBS building</a:t>
            </a:r>
          </a:p>
        </p:txBody>
      </p:sp>
      <p:pic>
        <p:nvPicPr>
          <p:cNvPr id="13" name="Picture 12" descr="A group of people posing for a photo&#10;&#10;AI-generated content may be incorrect.">
            <a:extLst>
              <a:ext uri="{FF2B5EF4-FFF2-40B4-BE49-F238E27FC236}">
                <a16:creationId xmlns:a16="http://schemas.microsoft.com/office/drawing/2014/main" id="{D4577457-AF61-94C1-4938-84A2C68889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915" y="4997727"/>
            <a:ext cx="3311037" cy="2483278"/>
          </a:xfrm>
          <a:prstGeom prst="rect">
            <a:avLst/>
          </a:prstGeom>
        </p:spPr>
      </p:pic>
      <p:sp>
        <p:nvSpPr>
          <p:cNvPr id="14" name="TextBox 13">
            <a:extLst>
              <a:ext uri="{FF2B5EF4-FFF2-40B4-BE49-F238E27FC236}">
                <a16:creationId xmlns:a16="http://schemas.microsoft.com/office/drawing/2014/main" id="{082A2DB5-DE7D-19DF-0282-CC8DA2601EE5}"/>
              </a:ext>
            </a:extLst>
          </p:cNvPr>
          <p:cNvSpPr txBox="1"/>
          <p:nvPr/>
        </p:nvSpPr>
        <p:spPr>
          <a:xfrm>
            <a:off x="3728058" y="7142451"/>
            <a:ext cx="1782219" cy="338554"/>
          </a:xfrm>
          <a:prstGeom prst="rect">
            <a:avLst/>
          </a:prstGeom>
          <a:noFill/>
        </p:spPr>
        <p:txBody>
          <a:bodyPr wrap="none" rtlCol="0">
            <a:spAutoFit/>
          </a:bodyPr>
          <a:lstStyle/>
          <a:p>
            <a:r>
              <a:rPr lang="en-US" sz="1600" dirty="0"/>
              <a:t>2011 Group photo</a:t>
            </a:r>
          </a:p>
        </p:txBody>
      </p:sp>
      <p:pic>
        <p:nvPicPr>
          <p:cNvPr id="16" name="Picture 15" descr="A group of people posing for a photo&#10;&#10;AI-generated content may be incorrect.">
            <a:extLst>
              <a:ext uri="{FF2B5EF4-FFF2-40B4-BE49-F238E27FC236}">
                <a16:creationId xmlns:a16="http://schemas.microsoft.com/office/drawing/2014/main" id="{204D73E3-AF63-359A-84BD-09BA714706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0809" y="7644181"/>
            <a:ext cx="3329143" cy="2496858"/>
          </a:xfrm>
          <a:prstGeom prst="rect">
            <a:avLst/>
          </a:prstGeom>
        </p:spPr>
      </p:pic>
      <p:sp>
        <p:nvSpPr>
          <p:cNvPr id="17" name="TextBox 16">
            <a:extLst>
              <a:ext uri="{FF2B5EF4-FFF2-40B4-BE49-F238E27FC236}">
                <a16:creationId xmlns:a16="http://schemas.microsoft.com/office/drawing/2014/main" id="{AE8663C3-9EC5-7FC0-63AF-C0D503EF7A95}"/>
              </a:ext>
            </a:extLst>
          </p:cNvPr>
          <p:cNvSpPr txBox="1"/>
          <p:nvPr/>
        </p:nvSpPr>
        <p:spPr>
          <a:xfrm>
            <a:off x="3709952" y="9849431"/>
            <a:ext cx="1786451" cy="338554"/>
          </a:xfrm>
          <a:prstGeom prst="rect">
            <a:avLst/>
          </a:prstGeom>
          <a:noFill/>
        </p:spPr>
        <p:txBody>
          <a:bodyPr wrap="none" rtlCol="0">
            <a:spAutoFit/>
          </a:bodyPr>
          <a:lstStyle/>
          <a:p>
            <a:r>
              <a:rPr lang="en-US" sz="1600" dirty="0"/>
              <a:t>2011 Convocation</a:t>
            </a:r>
          </a:p>
        </p:txBody>
      </p:sp>
      <p:pic>
        <p:nvPicPr>
          <p:cNvPr id="19" name="Picture 18" descr="A group of people posing for a photo&#10;&#10;AI-generated content may be incorrect.">
            <a:extLst>
              <a:ext uri="{FF2B5EF4-FFF2-40B4-BE49-F238E27FC236}">
                <a16:creationId xmlns:a16="http://schemas.microsoft.com/office/drawing/2014/main" id="{AD2F8D76-62B5-F7E2-E2CA-9B48C5E02D9B}"/>
              </a:ext>
            </a:extLst>
          </p:cNvPr>
          <p:cNvPicPr>
            <a:picLocks noChangeAspect="1"/>
          </p:cNvPicPr>
          <p:nvPr/>
        </p:nvPicPr>
        <p:blipFill>
          <a:blip r:embed="rId6">
            <a:extLst>
              <a:ext uri="{28A0092B-C50C-407E-A947-70E740481C1C}">
                <a14:useLocalDpi xmlns:a14="http://schemas.microsoft.com/office/drawing/2010/main" val="0"/>
              </a:ext>
            </a:extLst>
          </a:blip>
          <a:srcRect t="11569"/>
          <a:stretch>
            <a:fillRect/>
          </a:stretch>
        </p:blipFill>
        <p:spPr>
          <a:xfrm>
            <a:off x="398915" y="10520126"/>
            <a:ext cx="3311037" cy="2195991"/>
          </a:xfrm>
          <a:prstGeom prst="rect">
            <a:avLst/>
          </a:prstGeom>
        </p:spPr>
      </p:pic>
      <p:sp>
        <p:nvSpPr>
          <p:cNvPr id="20" name="TextBox 19">
            <a:extLst>
              <a:ext uri="{FF2B5EF4-FFF2-40B4-BE49-F238E27FC236}">
                <a16:creationId xmlns:a16="http://schemas.microsoft.com/office/drawing/2014/main" id="{8A230474-4797-578D-275F-B12232863111}"/>
              </a:ext>
            </a:extLst>
          </p:cNvPr>
          <p:cNvSpPr txBox="1"/>
          <p:nvPr/>
        </p:nvSpPr>
        <p:spPr>
          <a:xfrm>
            <a:off x="3723826" y="12393235"/>
            <a:ext cx="1782219" cy="338554"/>
          </a:xfrm>
          <a:prstGeom prst="rect">
            <a:avLst/>
          </a:prstGeom>
          <a:noFill/>
        </p:spPr>
        <p:txBody>
          <a:bodyPr wrap="none" rtlCol="0">
            <a:spAutoFit/>
          </a:bodyPr>
          <a:lstStyle/>
          <a:p>
            <a:r>
              <a:rPr lang="en-US" sz="1600" dirty="0"/>
              <a:t>2012 Group photo</a:t>
            </a:r>
          </a:p>
        </p:txBody>
      </p:sp>
    </p:spTree>
    <p:extLst>
      <p:ext uri="{BB962C8B-B14F-4D97-AF65-F5344CB8AC3E}">
        <p14:creationId xmlns:p14="http://schemas.microsoft.com/office/powerpoint/2010/main" val="3747922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people posing for a photo&#10;&#10;AI-generated content may be incorrect.">
            <a:extLst>
              <a:ext uri="{FF2B5EF4-FFF2-40B4-BE49-F238E27FC236}">
                <a16:creationId xmlns:a16="http://schemas.microsoft.com/office/drawing/2014/main" id="{A00F0FD2-C26A-34FD-2A33-78CEEA6410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977" y="241818"/>
            <a:ext cx="3217985" cy="2413489"/>
          </a:xfrm>
          <a:prstGeom prst="rect">
            <a:avLst/>
          </a:prstGeom>
        </p:spPr>
      </p:pic>
      <p:sp>
        <p:nvSpPr>
          <p:cNvPr id="6" name="TextBox 5">
            <a:extLst>
              <a:ext uri="{FF2B5EF4-FFF2-40B4-BE49-F238E27FC236}">
                <a16:creationId xmlns:a16="http://schemas.microsoft.com/office/drawing/2014/main" id="{BD7426DC-A66A-8BB5-F717-1BD32C98276A}"/>
              </a:ext>
            </a:extLst>
          </p:cNvPr>
          <p:cNvSpPr txBox="1"/>
          <p:nvPr/>
        </p:nvSpPr>
        <p:spPr>
          <a:xfrm>
            <a:off x="3509962" y="2316753"/>
            <a:ext cx="1782219" cy="338554"/>
          </a:xfrm>
          <a:prstGeom prst="rect">
            <a:avLst/>
          </a:prstGeom>
          <a:noFill/>
        </p:spPr>
        <p:txBody>
          <a:bodyPr wrap="none" rtlCol="0">
            <a:spAutoFit/>
          </a:bodyPr>
          <a:lstStyle/>
          <a:p>
            <a:r>
              <a:rPr lang="en-US" sz="1600" dirty="0"/>
              <a:t>2014 Group photo</a:t>
            </a:r>
          </a:p>
        </p:txBody>
      </p:sp>
      <p:pic>
        <p:nvPicPr>
          <p:cNvPr id="8" name="Picture 7" descr="A group of people posing for a photo&#10;&#10;AI-generated content may be incorrect.">
            <a:extLst>
              <a:ext uri="{FF2B5EF4-FFF2-40B4-BE49-F238E27FC236}">
                <a16:creationId xmlns:a16="http://schemas.microsoft.com/office/drawing/2014/main" id="{D9CC34FD-AF66-7715-8729-64A7BAF7D9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976" y="2848708"/>
            <a:ext cx="3217985" cy="2261046"/>
          </a:xfrm>
          <a:prstGeom prst="rect">
            <a:avLst/>
          </a:prstGeom>
        </p:spPr>
      </p:pic>
      <p:sp>
        <p:nvSpPr>
          <p:cNvPr id="9" name="TextBox 8">
            <a:extLst>
              <a:ext uri="{FF2B5EF4-FFF2-40B4-BE49-F238E27FC236}">
                <a16:creationId xmlns:a16="http://schemas.microsoft.com/office/drawing/2014/main" id="{ADCFEE9B-310F-3815-64B7-36E854EECBB0}"/>
              </a:ext>
            </a:extLst>
          </p:cNvPr>
          <p:cNvSpPr txBox="1"/>
          <p:nvPr/>
        </p:nvSpPr>
        <p:spPr>
          <a:xfrm>
            <a:off x="3509962" y="4730242"/>
            <a:ext cx="1782219" cy="338554"/>
          </a:xfrm>
          <a:prstGeom prst="rect">
            <a:avLst/>
          </a:prstGeom>
          <a:noFill/>
        </p:spPr>
        <p:txBody>
          <a:bodyPr wrap="none" rtlCol="0">
            <a:spAutoFit/>
          </a:bodyPr>
          <a:lstStyle/>
          <a:p>
            <a:r>
              <a:rPr lang="en-US" sz="1600" dirty="0"/>
              <a:t>2015 Group photo</a:t>
            </a:r>
          </a:p>
        </p:txBody>
      </p:sp>
      <p:pic>
        <p:nvPicPr>
          <p:cNvPr id="11" name="Picture 10" descr="A group of people posing for a photo&#10;&#10;AI-generated content may be incorrect.">
            <a:extLst>
              <a:ext uri="{FF2B5EF4-FFF2-40B4-BE49-F238E27FC236}">
                <a16:creationId xmlns:a16="http://schemas.microsoft.com/office/drawing/2014/main" id="{4B73765D-A53C-BA6E-D63E-28DC2D364E2C}"/>
              </a:ext>
            </a:extLst>
          </p:cNvPr>
          <p:cNvPicPr>
            <a:picLocks noChangeAspect="1"/>
          </p:cNvPicPr>
          <p:nvPr/>
        </p:nvPicPr>
        <p:blipFill>
          <a:blip r:embed="rId4">
            <a:extLst>
              <a:ext uri="{28A0092B-C50C-407E-A947-70E740481C1C}">
                <a14:useLocalDpi xmlns:a14="http://schemas.microsoft.com/office/drawing/2010/main" val="0"/>
              </a:ext>
            </a:extLst>
          </a:blip>
          <a:srcRect l="11022" t="13971" r="6314" b="15082"/>
          <a:stretch>
            <a:fillRect/>
          </a:stretch>
        </p:blipFill>
        <p:spPr>
          <a:xfrm>
            <a:off x="291976" y="5205676"/>
            <a:ext cx="3217985" cy="2071414"/>
          </a:xfrm>
          <a:prstGeom prst="rect">
            <a:avLst/>
          </a:prstGeom>
        </p:spPr>
      </p:pic>
      <p:sp>
        <p:nvSpPr>
          <p:cNvPr id="12" name="TextBox 11">
            <a:extLst>
              <a:ext uri="{FF2B5EF4-FFF2-40B4-BE49-F238E27FC236}">
                <a16:creationId xmlns:a16="http://schemas.microsoft.com/office/drawing/2014/main" id="{2F1B58F0-B35F-8E6A-0FDD-B7964E1ED974}"/>
              </a:ext>
            </a:extLst>
          </p:cNvPr>
          <p:cNvSpPr txBox="1"/>
          <p:nvPr/>
        </p:nvSpPr>
        <p:spPr>
          <a:xfrm>
            <a:off x="3509962" y="6938536"/>
            <a:ext cx="1782219" cy="338554"/>
          </a:xfrm>
          <a:prstGeom prst="rect">
            <a:avLst/>
          </a:prstGeom>
          <a:noFill/>
        </p:spPr>
        <p:txBody>
          <a:bodyPr wrap="none" rtlCol="0">
            <a:spAutoFit/>
          </a:bodyPr>
          <a:lstStyle/>
          <a:p>
            <a:r>
              <a:rPr lang="en-US" sz="1600" dirty="0"/>
              <a:t>2018 Group photo</a:t>
            </a:r>
          </a:p>
        </p:txBody>
      </p:sp>
      <p:pic>
        <p:nvPicPr>
          <p:cNvPr id="14" name="Picture 13" descr="A group of people standing in a room with large windows&#10;&#10;AI-generated content may be incorrect.">
            <a:extLst>
              <a:ext uri="{FF2B5EF4-FFF2-40B4-BE49-F238E27FC236}">
                <a16:creationId xmlns:a16="http://schemas.microsoft.com/office/drawing/2014/main" id="{36ECADDA-E24A-60C9-F8F9-703872FC4B73}"/>
              </a:ext>
            </a:extLst>
          </p:cNvPr>
          <p:cNvPicPr>
            <a:picLocks noChangeAspect="1"/>
          </p:cNvPicPr>
          <p:nvPr/>
        </p:nvPicPr>
        <p:blipFill>
          <a:blip r:embed="rId5">
            <a:extLst>
              <a:ext uri="{28A0092B-C50C-407E-A947-70E740481C1C}">
                <a14:useLocalDpi xmlns:a14="http://schemas.microsoft.com/office/drawing/2010/main" val="0"/>
              </a:ext>
            </a:extLst>
          </a:blip>
          <a:srcRect t="7857" b="6316"/>
          <a:stretch>
            <a:fillRect/>
          </a:stretch>
        </p:blipFill>
        <p:spPr>
          <a:xfrm>
            <a:off x="291976" y="7430076"/>
            <a:ext cx="3217984" cy="2071414"/>
          </a:xfrm>
          <a:prstGeom prst="rect">
            <a:avLst/>
          </a:prstGeom>
        </p:spPr>
      </p:pic>
      <p:sp>
        <p:nvSpPr>
          <p:cNvPr id="15" name="TextBox 14">
            <a:extLst>
              <a:ext uri="{FF2B5EF4-FFF2-40B4-BE49-F238E27FC236}">
                <a16:creationId xmlns:a16="http://schemas.microsoft.com/office/drawing/2014/main" id="{E0E091AF-238C-4DBB-E816-7B26D001F5FF}"/>
              </a:ext>
            </a:extLst>
          </p:cNvPr>
          <p:cNvSpPr txBox="1"/>
          <p:nvPr/>
        </p:nvSpPr>
        <p:spPr>
          <a:xfrm>
            <a:off x="3509960" y="9223706"/>
            <a:ext cx="1782219" cy="338554"/>
          </a:xfrm>
          <a:prstGeom prst="rect">
            <a:avLst/>
          </a:prstGeom>
          <a:noFill/>
        </p:spPr>
        <p:txBody>
          <a:bodyPr wrap="none" rtlCol="0">
            <a:spAutoFit/>
          </a:bodyPr>
          <a:lstStyle/>
          <a:p>
            <a:r>
              <a:rPr lang="en-US" sz="1600" dirty="0"/>
              <a:t>2021 Group photo</a:t>
            </a:r>
          </a:p>
        </p:txBody>
      </p:sp>
      <p:pic>
        <p:nvPicPr>
          <p:cNvPr id="17" name="Picture 16" descr="A group of people standing in a room with windows&#10;&#10;AI-generated content may be incorrect.">
            <a:extLst>
              <a:ext uri="{FF2B5EF4-FFF2-40B4-BE49-F238E27FC236}">
                <a16:creationId xmlns:a16="http://schemas.microsoft.com/office/drawing/2014/main" id="{001D4909-78B1-D890-F4AA-55C142D9C67B}"/>
              </a:ext>
            </a:extLst>
          </p:cNvPr>
          <p:cNvPicPr>
            <a:picLocks noChangeAspect="1"/>
          </p:cNvPicPr>
          <p:nvPr/>
        </p:nvPicPr>
        <p:blipFill>
          <a:blip r:embed="rId6">
            <a:extLst>
              <a:ext uri="{28A0092B-C50C-407E-A947-70E740481C1C}">
                <a14:useLocalDpi xmlns:a14="http://schemas.microsoft.com/office/drawing/2010/main" val="0"/>
              </a:ext>
            </a:extLst>
          </a:blip>
          <a:srcRect l="4159" t="5075" r="3659" b="6047"/>
          <a:stretch>
            <a:fillRect/>
          </a:stretch>
        </p:blipFill>
        <p:spPr>
          <a:xfrm>
            <a:off x="291975" y="9654476"/>
            <a:ext cx="3217983" cy="2326042"/>
          </a:xfrm>
          <a:prstGeom prst="rect">
            <a:avLst/>
          </a:prstGeom>
        </p:spPr>
      </p:pic>
      <p:sp>
        <p:nvSpPr>
          <p:cNvPr id="18" name="TextBox 17">
            <a:extLst>
              <a:ext uri="{FF2B5EF4-FFF2-40B4-BE49-F238E27FC236}">
                <a16:creationId xmlns:a16="http://schemas.microsoft.com/office/drawing/2014/main" id="{3CC1735F-3B6D-9181-F462-68CDF4AFF148}"/>
              </a:ext>
            </a:extLst>
          </p:cNvPr>
          <p:cNvSpPr txBox="1"/>
          <p:nvPr/>
        </p:nvSpPr>
        <p:spPr>
          <a:xfrm>
            <a:off x="3644775" y="11648766"/>
            <a:ext cx="1782219" cy="338554"/>
          </a:xfrm>
          <a:prstGeom prst="rect">
            <a:avLst/>
          </a:prstGeom>
          <a:noFill/>
        </p:spPr>
        <p:txBody>
          <a:bodyPr wrap="none" rtlCol="0">
            <a:spAutoFit/>
          </a:bodyPr>
          <a:lstStyle/>
          <a:p>
            <a:r>
              <a:rPr lang="en-US" sz="1600" dirty="0"/>
              <a:t>2023 Group photo</a:t>
            </a:r>
          </a:p>
        </p:txBody>
      </p:sp>
    </p:spTree>
    <p:extLst>
      <p:ext uri="{BB962C8B-B14F-4D97-AF65-F5344CB8AC3E}">
        <p14:creationId xmlns:p14="http://schemas.microsoft.com/office/powerpoint/2010/main" val="1589193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oup of people posing for a photo&#10;&#10;AI-generated content may be incorrect.">
            <a:extLst>
              <a:ext uri="{FF2B5EF4-FFF2-40B4-BE49-F238E27FC236}">
                <a16:creationId xmlns:a16="http://schemas.microsoft.com/office/drawing/2014/main" id="{8976013E-3AE2-4B3C-A0C9-86D83A65681D}"/>
              </a:ext>
            </a:extLst>
          </p:cNvPr>
          <p:cNvPicPr>
            <a:picLocks noChangeAspect="1"/>
          </p:cNvPicPr>
          <p:nvPr/>
        </p:nvPicPr>
        <p:blipFill>
          <a:blip r:embed="rId2">
            <a:extLst>
              <a:ext uri="{28A0092B-C50C-407E-A947-70E740481C1C}">
                <a14:useLocalDpi xmlns:a14="http://schemas.microsoft.com/office/drawing/2010/main" val="0"/>
              </a:ext>
            </a:extLst>
          </a:blip>
          <a:srcRect l="13030" t="24354" r="9569" b="7084"/>
          <a:stretch>
            <a:fillRect/>
          </a:stretch>
        </p:blipFill>
        <p:spPr>
          <a:xfrm>
            <a:off x="234772" y="281473"/>
            <a:ext cx="3440413" cy="2285673"/>
          </a:xfrm>
          <a:prstGeom prst="rect">
            <a:avLst/>
          </a:prstGeom>
        </p:spPr>
      </p:pic>
      <p:sp>
        <p:nvSpPr>
          <p:cNvPr id="5" name="TextBox 4">
            <a:extLst>
              <a:ext uri="{FF2B5EF4-FFF2-40B4-BE49-F238E27FC236}">
                <a16:creationId xmlns:a16="http://schemas.microsoft.com/office/drawing/2014/main" id="{672A5874-FCC9-B489-110C-6E6F85E0997B}"/>
              </a:ext>
            </a:extLst>
          </p:cNvPr>
          <p:cNvSpPr txBox="1"/>
          <p:nvPr/>
        </p:nvSpPr>
        <p:spPr>
          <a:xfrm>
            <a:off x="3675184" y="2228592"/>
            <a:ext cx="1782219" cy="338554"/>
          </a:xfrm>
          <a:prstGeom prst="rect">
            <a:avLst/>
          </a:prstGeom>
          <a:noFill/>
        </p:spPr>
        <p:txBody>
          <a:bodyPr wrap="none" rtlCol="0">
            <a:spAutoFit/>
          </a:bodyPr>
          <a:lstStyle/>
          <a:p>
            <a:r>
              <a:rPr lang="en-US" sz="1600" dirty="0"/>
              <a:t>2024 Group photo</a:t>
            </a:r>
          </a:p>
        </p:txBody>
      </p:sp>
      <p:pic>
        <p:nvPicPr>
          <p:cNvPr id="7" name="Picture 6" descr="A group of people sitting at a table&#10;&#10;AI-generated content may be incorrect.">
            <a:extLst>
              <a:ext uri="{FF2B5EF4-FFF2-40B4-BE49-F238E27FC236}">
                <a16:creationId xmlns:a16="http://schemas.microsoft.com/office/drawing/2014/main" id="{0A05410A-BC91-024D-35E9-D626D465C6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174" y="2997383"/>
            <a:ext cx="3349011" cy="2511758"/>
          </a:xfrm>
          <a:prstGeom prst="rect">
            <a:avLst/>
          </a:prstGeom>
        </p:spPr>
      </p:pic>
      <p:sp>
        <p:nvSpPr>
          <p:cNvPr id="8" name="TextBox 7">
            <a:extLst>
              <a:ext uri="{FF2B5EF4-FFF2-40B4-BE49-F238E27FC236}">
                <a16:creationId xmlns:a16="http://schemas.microsoft.com/office/drawing/2014/main" id="{80E98768-7BEA-9C33-882E-FF44C40EDCD2}"/>
              </a:ext>
            </a:extLst>
          </p:cNvPr>
          <p:cNvSpPr txBox="1"/>
          <p:nvPr/>
        </p:nvSpPr>
        <p:spPr>
          <a:xfrm>
            <a:off x="3675185" y="5170587"/>
            <a:ext cx="1782219" cy="338554"/>
          </a:xfrm>
          <a:prstGeom prst="rect">
            <a:avLst/>
          </a:prstGeom>
          <a:noFill/>
        </p:spPr>
        <p:txBody>
          <a:bodyPr wrap="none" rtlCol="0">
            <a:spAutoFit/>
          </a:bodyPr>
          <a:lstStyle/>
          <a:p>
            <a:r>
              <a:rPr lang="en-US" sz="1600" dirty="0"/>
              <a:t>2025 Group photo</a:t>
            </a:r>
          </a:p>
        </p:txBody>
      </p:sp>
    </p:spTree>
    <p:extLst>
      <p:ext uri="{BB962C8B-B14F-4D97-AF65-F5344CB8AC3E}">
        <p14:creationId xmlns:p14="http://schemas.microsoft.com/office/powerpoint/2010/main" val="1034775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4960926-EEC0-7F7C-48D0-7E6CF7D81EB2}"/>
              </a:ext>
            </a:extLst>
          </p:cNvPr>
          <p:cNvSpPr txBox="1"/>
          <p:nvPr/>
        </p:nvSpPr>
        <p:spPr>
          <a:xfrm>
            <a:off x="86151" y="260139"/>
            <a:ext cx="6847622" cy="3754874"/>
          </a:xfrm>
          <a:prstGeom prst="rect">
            <a:avLst/>
          </a:prstGeom>
          <a:noFill/>
        </p:spPr>
        <p:txBody>
          <a:bodyPr wrap="square">
            <a:spAutoFit/>
          </a:bodyPr>
          <a:lstStyle/>
          <a:p>
            <a:pPr algn="ctr"/>
            <a:r>
              <a:rPr lang="en-GB" b="1" dirty="0">
                <a:latin typeface="Aptos Serif" panose="02020604070405020304" pitchFamily="18" charset="0"/>
                <a:cs typeface="Aptos Serif" panose="02020604070405020304" pitchFamily="18" charset="0"/>
              </a:rPr>
              <a:t>Contact</a:t>
            </a:r>
          </a:p>
          <a:p>
            <a:pPr algn="ctr"/>
            <a:endParaRPr lang="en-GB" dirty="0">
              <a:latin typeface="Aptos Serif" panose="02020604070405020304" pitchFamily="18" charset="0"/>
              <a:cs typeface="Aptos Serif" panose="02020604070405020304" pitchFamily="18" charset="0"/>
            </a:endParaRPr>
          </a:p>
          <a:p>
            <a:pPr algn="ctr"/>
            <a:r>
              <a:rPr lang="en-GB" sz="1200" i="1" dirty="0">
                <a:latin typeface="Aptos Serif" panose="02020604070405020304" pitchFamily="18" charset="0"/>
                <a:cs typeface="Aptos Serif" panose="02020604070405020304" pitchFamily="18" charset="0"/>
              </a:rPr>
              <a:t>Zhao-Xun Liang</a:t>
            </a:r>
            <a:endParaRPr lang="en-SG" sz="1200" dirty="0">
              <a:latin typeface="Aptos Serif" panose="02020604070405020304" pitchFamily="18" charset="0"/>
              <a:cs typeface="Aptos Serif" panose="02020604070405020304" pitchFamily="18" charset="0"/>
            </a:endParaRPr>
          </a:p>
          <a:p>
            <a:pPr algn="ctr"/>
            <a:r>
              <a:rPr lang="en-GB" sz="1200" i="1" dirty="0">
                <a:latin typeface="Aptos Serif" panose="02020604070405020304" pitchFamily="18" charset="0"/>
                <a:cs typeface="Aptos Serif" panose="02020604070405020304" pitchFamily="18" charset="0"/>
              </a:rPr>
              <a:t>School of Biological Sciences</a:t>
            </a:r>
            <a:endParaRPr lang="en-SG" sz="1200" dirty="0">
              <a:latin typeface="Aptos Serif" panose="02020604070405020304" pitchFamily="18" charset="0"/>
              <a:cs typeface="Aptos Serif" panose="02020604070405020304" pitchFamily="18" charset="0"/>
            </a:endParaRPr>
          </a:p>
          <a:p>
            <a:pPr algn="ctr"/>
            <a:r>
              <a:rPr lang="en-GB" sz="1200" i="1" dirty="0">
                <a:latin typeface="Aptos Serif" panose="02020604070405020304" pitchFamily="18" charset="0"/>
                <a:cs typeface="Aptos Serif" panose="02020604070405020304" pitchFamily="18" charset="0"/>
              </a:rPr>
              <a:t>60 Nanyang Drive</a:t>
            </a:r>
            <a:endParaRPr lang="en-SG" sz="1200" dirty="0">
              <a:latin typeface="Aptos Serif" panose="02020604070405020304" pitchFamily="18" charset="0"/>
              <a:cs typeface="Aptos Serif" panose="02020604070405020304" pitchFamily="18" charset="0"/>
            </a:endParaRPr>
          </a:p>
          <a:p>
            <a:pPr algn="ctr"/>
            <a:r>
              <a:rPr lang="en-GB" sz="1200" i="1" dirty="0">
                <a:latin typeface="Aptos Serif" panose="02020604070405020304" pitchFamily="18" charset="0"/>
                <a:cs typeface="Aptos Serif" panose="02020604070405020304" pitchFamily="18" charset="0"/>
              </a:rPr>
              <a:t>Nanyang Technological University</a:t>
            </a:r>
            <a:endParaRPr lang="en-SG" sz="1200" dirty="0">
              <a:latin typeface="Aptos Serif" panose="02020604070405020304" pitchFamily="18" charset="0"/>
              <a:cs typeface="Aptos Serif" panose="02020604070405020304" pitchFamily="18" charset="0"/>
            </a:endParaRPr>
          </a:p>
          <a:p>
            <a:pPr algn="ctr"/>
            <a:r>
              <a:rPr lang="en-GB" sz="1200" i="1" dirty="0">
                <a:latin typeface="Aptos Serif" panose="02020604070405020304" pitchFamily="18" charset="0"/>
                <a:cs typeface="Aptos Serif" panose="02020604070405020304" pitchFamily="18" charset="0"/>
              </a:rPr>
              <a:t>Singapore, 637551</a:t>
            </a:r>
            <a:endParaRPr lang="en-SG" sz="1200" dirty="0">
              <a:latin typeface="Aptos Serif" panose="02020604070405020304" pitchFamily="18" charset="0"/>
              <a:cs typeface="Aptos Serif" panose="02020604070405020304" pitchFamily="18" charset="0"/>
            </a:endParaRPr>
          </a:p>
          <a:p>
            <a:pPr algn="ctr"/>
            <a:r>
              <a:rPr lang="en-GB" sz="1200" i="1" dirty="0">
                <a:latin typeface="Aptos Serif" panose="02020604070405020304" pitchFamily="18" charset="0"/>
                <a:cs typeface="Aptos Serif" panose="02020604070405020304" pitchFamily="18" charset="0"/>
              </a:rPr>
              <a:t> </a:t>
            </a:r>
            <a:endParaRPr lang="en-SG" sz="1200" dirty="0">
              <a:latin typeface="Aptos Serif" panose="02020604070405020304" pitchFamily="18" charset="0"/>
              <a:cs typeface="Aptos Serif" panose="02020604070405020304" pitchFamily="18" charset="0"/>
            </a:endParaRPr>
          </a:p>
          <a:p>
            <a:pPr algn="ctr"/>
            <a:r>
              <a:rPr lang="en-GB" sz="1200" i="1" dirty="0">
                <a:latin typeface="Aptos Serif" panose="02020604070405020304" pitchFamily="18" charset="0"/>
                <a:cs typeface="Aptos Serif" panose="02020604070405020304" pitchFamily="18" charset="0"/>
              </a:rPr>
              <a:t>Tel: 6592 7736</a:t>
            </a:r>
            <a:endParaRPr lang="en-SG" sz="1200" dirty="0">
              <a:latin typeface="Aptos Serif" panose="02020604070405020304" pitchFamily="18" charset="0"/>
              <a:cs typeface="Aptos Serif" panose="02020604070405020304" pitchFamily="18" charset="0"/>
            </a:endParaRPr>
          </a:p>
          <a:p>
            <a:pPr algn="ctr"/>
            <a:r>
              <a:rPr lang="en-GB" sz="1200" i="1" dirty="0">
                <a:latin typeface="Aptos Serif" panose="02020604070405020304" pitchFamily="18" charset="0"/>
                <a:cs typeface="Aptos Serif" panose="02020604070405020304" pitchFamily="18" charset="0"/>
              </a:rPr>
              <a:t>Fax: 6791 3856</a:t>
            </a:r>
            <a:endParaRPr lang="en-SG" sz="1200" dirty="0">
              <a:latin typeface="Aptos Serif" panose="02020604070405020304" pitchFamily="18" charset="0"/>
              <a:cs typeface="Aptos Serif" panose="02020604070405020304" pitchFamily="18" charset="0"/>
            </a:endParaRPr>
          </a:p>
          <a:p>
            <a:pPr algn="ctr"/>
            <a:r>
              <a:rPr lang="en-GB" sz="1200" i="1" dirty="0">
                <a:latin typeface="Aptos Serif" panose="02020604070405020304" pitchFamily="18" charset="0"/>
                <a:cs typeface="Aptos Serif" panose="02020604070405020304" pitchFamily="18" charset="0"/>
              </a:rPr>
              <a:t>Email: </a:t>
            </a:r>
            <a:r>
              <a:rPr lang="en-GB" sz="1200" i="1" u="sng" dirty="0">
                <a:latin typeface="Aptos Serif" panose="02020604070405020304" pitchFamily="18" charset="0"/>
                <a:cs typeface="Aptos Serif" panose="02020604070405020304" pitchFamily="18" charset="0"/>
                <a:hlinkClick r:id="rId2"/>
              </a:rPr>
              <a:t>zxliang@ntu.edu.sg</a:t>
            </a:r>
            <a:endParaRPr lang="en-SG" sz="1200" dirty="0">
              <a:latin typeface="Aptos Serif" panose="02020604070405020304" pitchFamily="18" charset="0"/>
              <a:cs typeface="Aptos Serif" panose="02020604070405020304" pitchFamily="18" charset="0"/>
            </a:endParaRPr>
          </a:p>
          <a:p>
            <a:pPr algn="ctr"/>
            <a:r>
              <a:rPr lang="en-GB" sz="1200" i="1" dirty="0">
                <a:latin typeface="Aptos Serif" panose="02020604070405020304" pitchFamily="18" charset="0"/>
                <a:cs typeface="Aptos Serif" panose="02020604070405020304" pitchFamily="18" charset="0"/>
              </a:rPr>
              <a:t>Web: </a:t>
            </a:r>
            <a:r>
              <a:rPr lang="en-GB" sz="1200" i="1" u="sng" dirty="0">
                <a:latin typeface="Aptos Serif" panose="02020604070405020304" pitchFamily="18" charset="0"/>
                <a:cs typeface="Aptos Serif" panose="02020604070405020304" pitchFamily="18" charset="0"/>
                <a:hlinkClick r:id="rId3"/>
              </a:rPr>
              <a:t>https://dr.ntu.edu.sg/cris/rp/rp00358</a:t>
            </a:r>
            <a:endParaRPr lang="en-SG" sz="1200" dirty="0">
              <a:latin typeface="Aptos Serif" panose="02020604070405020304" pitchFamily="18" charset="0"/>
              <a:cs typeface="Aptos Serif" panose="02020604070405020304" pitchFamily="18" charset="0"/>
            </a:endParaRPr>
          </a:p>
          <a:p>
            <a:pPr algn="ctr"/>
            <a:r>
              <a:rPr lang="en-SG" dirty="0">
                <a:latin typeface="Aptos Serif" panose="02020604070405020304" pitchFamily="18" charset="0"/>
                <a:cs typeface="Aptos Serif" panose="02020604070405020304" pitchFamily="18" charset="0"/>
              </a:rPr>
              <a:t> </a:t>
            </a:r>
          </a:p>
          <a:p>
            <a:pPr algn="ctr"/>
            <a:r>
              <a:rPr lang="en-GB" b="1" dirty="0">
                <a:latin typeface="Aptos Serif" panose="02020604070405020304" pitchFamily="18" charset="0"/>
                <a:cs typeface="Aptos Serif" panose="02020604070405020304" pitchFamily="18" charset="0"/>
              </a:rPr>
              <a:t>Job opening  </a:t>
            </a:r>
          </a:p>
          <a:p>
            <a:pPr algn="ctr"/>
            <a:endParaRPr lang="en-GB" sz="1600" dirty="0">
              <a:latin typeface="Aptos Serif" panose="02020604070405020304" pitchFamily="18" charset="0"/>
              <a:cs typeface="Aptos Serif" panose="02020604070405020304" pitchFamily="18" charset="0"/>
            </a:endParaRPr>
          </a:p>
          <a:p>
            <a:pPr algn="ctr"/>
            <a:r>
              <a:rPr lang="en-GB" sz="1200" dirty="0">
                <a:latin typeface="Aptos Serif" panose="02020604070405020304" pitchFamily="18" charset="0"/>
                <a:cs typeface="Aptos Serif" panose="02020604070405020304" pitchFamily="18" charset="0"/>
              </a:rPr>
              <a:t>For inquiries regarding postdoctoral fellow, research assistant, or PhD student positions, please email zxliang@ntu.edu.sg</a:t>
            </a:r>
          </a:p>
        </p:txBody>
      </p:sp>
    </p:spTree>
    <p:extLst>
      <p:ext uri="{BB962C8B-B14F-4D97-AF65-F5344CB8AC3E}">
        <p14:creationId xmlns:p14="http://schemas.microsoft.com/office/powerpoint/2010/main" val="23798294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emplate>Office Theme</Template>
  <TotalTime>978</TotalTime>
  <Words>1205</Words>
  <Application>Microsoft Macintosh PowerPoint</Application>
  <PresentationFormat>Custom</PresentationFormat>
  <Paragraphs>174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Aptos Serif</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Liang Zhao-Xun (Prof)</dc:creator>
  <cp:lastModifiedBy>Liang Zhao-Xun (Prof)</cp:lastModifiedBy>
  <cp:revision>1</cp:revision>
  <dcterms:created xsi:type="dcterms:W3CDTF">2026-02-26T07:55:25Z</dcterms:created>
  <dcterms:modified xsi:type="dcterms:W3CDTF">2026-02-28T04:07:20Z</dcterms:modified>
</cp:coreProperties>
</file>